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舊教材僅有零散案例，本週以金融服務的身分、認證、授權與憑證需求建立完整基礎。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身分不是把實體證件拍照，而是讓服務能判斷你是誰、具備什麼資格。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登入成功不代表具備交易資格；完成KYC也不代表每次操作都已授權。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中心化身分並非一定不好；其優勢是復原、客服與明確責任。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單一登入改善使用體驗，但不等於使用者完全控制身分。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KYC是制度流程，不是掃描一張身分證就完成。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區塊鏈不可竄改特性反而使個資上鏈更危險。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私鑰控制與法律身分必須透過憑證、契約或登記連結。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技術越去中心化，不代表使用體驗與法律責任越完整。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W3C DID Core v1.0於2022年成為Recommendation；v1.1在2026年仍為Candidate Recommendation。</a:t>
            </a:r>
          </a:p>
          <a:p>
            <a:endParaRPr/>
          </a:p>
          <a:p>
            <a:r>
              <a:t>[Sources]</a:t>
            </a:r>
          </a:p>
          <a:p>
            <a:r>
              <a:t>- https://www.w3.org/TR/did-core/all/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DID是索引與控制機制，不是把身分證資料直接寫進公開帳本。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持有人與憑證主體常相同，但也可能不同，例如家長代管未成年人的憑證。</a:t>
            </a:r>
          </a:p>
          <a:p>
            <a:endParaRPr/>
          </a:p>
          <a:p>
            <a:r>
              <a:t>[Sources]</a:t>
            </a:r>
          </a:p>
          <a:p>
            <a:r>
              <a:t>- https://www.w3.org/TR/vc-data-model-2.0/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可信來源與責任制度仍不可少。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區塊鏈是可選的信任基礎設施，不是VC的必要條件。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選擇性揭露是隱私設計，不等於匿名逃避監管。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只講應用邏輯，不深入密碼學證明實作。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不可竄改帳本不能取代狀態管理；過期資料必須能被識別為無效。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去中心化識別符不會消除制度信任，而是讓信任關係更可攜與可驗證。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https://www.w3.org/standards/history/vc-data-model-2.0/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可攜KYC改善資料交換，不會把合規責任外包消失。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DID可識別組織，VC可證明職務與授權，但法律登記仍是權威來源。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驗證者應只索取本次交易必要資訊，並清楚說明保存期限。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防偽只是第一步，資料治理與更正權同樣重要。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這是政府法定數位身分框架，不等同匿名的區塊鏈帳號。</a:t>
            </a:r>
          </a:p>
          <a:p>
            <a:endParaRPr/>
          </a:p>
          <a:p>
            <a:r>
              <a:t>[Sources]</a:t>
            </a:r>
          </a:p>
          <a:p>
            <a:r>
              <a:t>- https://digital-strategy.ec.europa.eu/en/policies/eudi-regulation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隱私、安全、可用性與普惠必須共同設計。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雜湊不一定匿名；低熵或已知資料仍可能被反推或關聯。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再確認資安、同意、稽核與法規；不要由區塊鏈先決定架構。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要求學生從合規責任與客戶體驗兩邊提出決策。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FB00E6F-22F4-4AB8-AC40-E7DA565888CF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4167" lnSpcReduction="10000"/>
          </a:bodyPr>
          <a:lstStyle/>
          <a:p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5E34AC-CB1B-4130-9B91-DB6B115F68F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049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12</a:t>
            </a:r>
          </a:p>
          <a:p>
            <a:pPr algn="l">
              <a:def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數位身分與可驗證憑證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A7070F-EB9E-4ED1-B05F-000DFAD2AC10}"/>
              </a:ext>
            </a:extLst>
          </p:cNvPr>
          <p:cNvSpPr>
            <a:spLocks noGrp="1"/>
          </p:cNvSpPr>
          <p:nvPr/>
        </p:nvSpPr>
        <p:spPr>
          <a:xfrm>
            <a:off x="419100" y="45720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從帳號登入到可信的數位證明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1EA6C7-A431-460B-9DEE-52E7C9EB0CA2}"/>
              </a:ext>
            </a:extLst>
          </p:cNvPr>
          <p:cNvSpPr>
            <a:spLocks noGrp="1"/>
          </p:cNvSpPr>
          <p:nvPr/>
        </p:nvSpPr>
        <p:spPr>
          <a:xfrm>
            <a:off x="419100" y="5981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5758" lnSpcReduction="10000"/>
          </a:bodyPr>
          <a:lstStyle/>
          <a:p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第一節：身分不是一組帳號，而是一組可被證明的關係</a:t>
            </a:r>
          </a:p>
        </p:txBody>
      </p:sp>
    </p:spTree>
    <p:extLst>
      <p:ext uri="{BB962C8B-B14F-4D97-AF65-F5344CB8AC3E}">
        <p14:creationId xmlns:p14="http://schemas.microsoft.com/office/powerpoint/2010/main" val="166051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920C945-32BA-4D1F-BEF2-683D6309A50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DF394F-6841-4349-94ED-DA0403A53E98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數位身分是關於某個主體的一組屬性與關係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219B59-23E4-4AA8-A4BB-A0F98B19AC3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7580F3-CC06-4FE4-B528-27AEE40C086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EBD9CB-07D3-4CB8-A3C7-920E6005B76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4DFE77-880B-4D98-8C42-75A18F235CA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4DEA4-EE31-436B-BC5E-B56387028FFF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主體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8F2BB1-D6F8-44DF-BFEB-C08C798981E6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個人、企業、設備或代理人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6AED71-0ED9-499D-8C7E-CA9D24B8B6E2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26D13F-EF09-42FD-B64E-53A8245BC5A7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識別符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6182F2-F8F2-47A3-88C3-47D7B1FF502E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帳號、證號、電子郵件或DID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2F5E28-5F49-4D4A-80A7-CEE797913288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B33F0A-DC68-4DF8-BD98-9003914EBE9A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屬性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FAB9F8-3271-4DB8-9563-3B1998E87B37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姓名、年齡、資格、職務與風險狀態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4F5480-BC75-4AE5-9966-CD23625FDCB8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87CF75-4486-4246-BDD0-9E51A6D0AE91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D2E3D0-054E-4229-A6B8-BAE16C85E469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由可信機構簽發的可驗證聲明</a:t>
            </a:r>
          </a:p>
        </p:txBody>
      </p:sp>
    </p:spTree>
    <p:extLst>
      <p:ext uri="{BB962C8B-B14F-4D97-AF65-F5344CB8AC3E}">
        <p14:creationId xmlns:p14="http://schemas.microsoft.com/office/powerpoint/2010/main" val="120274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61DA05E-3A87-4AF5-BF26-7AE8F9DA1DC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4470C3-0D5A-49BF-92AB-A87561D68E1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識別、認證、授權與查核是四件不同的事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DD91AC-C352-4EA0-B655-D4264222A0C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49222-B19C-4417-B592-071C1352B41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0F0A16-443E-4F5D-87E5-B5F89D40703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523AB1-A039-4C03-90B4-296827DA51D1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59CE22-B3E0-4473-A043-67B179293A72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識別 Identification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4FC838-432B-4C4A-9A49-CD5F0FC65EAA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聲稱自己是哪個主體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B40C82-4BFF-4995-BDF3-1B5C6787EC6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479DF3-168A-4FC8-B472-6A7739771B02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認證 Authentication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7464FF-AB3C-4274-A1C7-44513CB933B3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證明你控制該帳號或金鑰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41C696-7A49-466C-A269-112C658204E5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09E5C-50F3-439A-843D-E4B371B751E2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授權 Authorization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4C66F2-EE85-4A23-9DED-2DDE218EA48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決定你可以做哪些事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FA69B3-2F8F-469F-94BE-52F5E2E4A769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49611D-751F-41BA-9008-8DCA7FDE3EBA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身分查核 Verification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92E7AF-3C44-41AC-950A-E2DAB0939FAB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確認屬性由可信來源支持</a:t>
            </a:r>
          </a:p>
        </p:txBody>
      </p:sp>
    </p:spTree>
    <p:extLst>
      <p:ext uri="{BB962C8B-B14F-4D97-AF65-F5344CB8AC3E}">
        <p14:creationId xmlns:p14="http://schemas.microsoft.com/office/powerpoint/2010/main" val="120689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11D5DFD-1DEA-4004-A1C6-DF443BE1CD3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3D6673-25E0-4CA0-A37D-21AC3900804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傳統網路身分常依賴單一服務商帳號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F1EE67-7B85-4C1F-BAB2-63847E6BFDF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EB19AB-34CB-48FB-B35E-63F5FE67497D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1EAFDD-6EA4-4DD4-BD06-D44CCB677DC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489860-0C84-40E0-BB74-8C475EDF7D7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DB03-137F-4843-9602-4584972163C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948E2A-4A2C-49F6-B136-D36D3365437A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常見模式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058DDD-6B3A-418A-B59B-0A6F39FDABF1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每個網站建立帳號密碼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平台集中保存個資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忘記密碼由平台復原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跨服務使用需重新註冊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8CECD7-0DC2-4830-AB6C-A45F15315289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主要問題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01FE6B-CC41-4A9C-989D-DADF3B8CBA13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資料重複蒐集與外洩風險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平台可停權或消失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使用者難搬移資料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服務商成為高價值攻擊目標</a:t>
            </a:r>
          </a:p>
        </p:txBody>
      </p:sp>
    </p:spTree>
    <p:extLst>
      <p:ext uri="{BB962C8B-B14F-4D97-AF65-F5344CB8AC3E}">
        <p14:creationId xmlns:p14="http://schemas.microsoft.com/office/powerpoint/2010/main" val="35323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2EFFDA2-2AAA-48AF-AD58-01759AA028D9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61D7FB-A8F1-44B0-802A-EE0B2289AF2B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聯邦身分讓一個帳號登入多個服務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C1BA45-C4DB-4662-BCC5-9E474C52346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B15B97-A2F8-4220-B799-B06CD139B522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9AB4B8-55ED-4FB2-AABF-81D87EE8E39F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FAA4DE-ED26-4A13-BD6A-2D488B6FD50A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AA20E2-877E-4127-AA37-45A7C6C4AE52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69B501-A4E1-4D24-9DB0-BB9AF025E8CE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運作方式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FC5430-2702-47D4-92A8-89237E4D116B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身分提供者先認證使用者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服務依賴提供者傳回結果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例如政府、企業或大型平台登入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降低密碼數量與整合成本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DE83D7-34DC-4F73-8EDE-21537442D3AB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新的集中風險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4A2EE7-3ED0-4613-86F8-A1B2A9CE4693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提供者可觀察跨服務活動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帳號失陷影響多個服務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平台政策決定存取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仍需信任中心身分提供者</a:t>
            </a:r>
          </a:p>
        </p:txBody>
      </p:sp>
    </p:spTree>
    <p:extLst>
      <p:ext uri="{BB962C8B-B14F-4D97-AF65-F5344CB8AC3E}">
        <p14:creationId xmlns:p14="http://schemas.microsoft.com/office/powerpoint/2010/main" val="92563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31ED45F-6E25-47F0-A996-678DCF5D900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032216-9F77-40FC-9991-21D16A86991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金融身分需要把本人、資格與風險狀態連起來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0B4A06-E71D-4777-9F8D-89B905D6978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2265D3-4813-43A1-AA70-5D257230CF2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4BEE72-8A58-4A52-AA93-5763A2FCCAC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919334-3787-4812-BF77-52DCB3C9E41A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7D9700-988C-4D55-A786-0746D235C109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KYC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FBDAFF-1252-4970-AC08-CDA0E73A58FB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確認客戶本人與證件真實性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7E953E-C2A3-4C37-A73F-6008E916200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6F3752-D73C-4CB8-B5F6-FC30019FCD1F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CDD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D12DE5-CFCC-4DE2-9009-1C750BA9A6D1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了解目的、職業、資金來源與風險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F8078A-8AD5-4632-AFB1-CD1A5569B29F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69C688-578A-42C5-B9CB-D60C5BFD31D7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實質受益人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30A51A-DDB2-4BC0-8C37-EC07D99CEC54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辨識法人背後最終控制者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8E2273-7AAB-48EA-B997-C807EE7581C0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354DB3-28A1-4258-A548-9AE77C81D16B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持續監控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61D6B8-4437-4514-8E67-DE43F16EBFC6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身分與風險不是開戶後永遠不變</a:t>
            </a:r>
          </a:p>
        </p:txBody>
      </p:sp>
    </p:spTree>
    <p:extLst>
      <p:ext uri="{BB962C8B-B14F-4D97-AF65-F5344CB8AC3E}">
        <p14:creationId xmlns:p14="http://schemas.microsoft.com/office/powerpoint/2010/main" val="1668589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F6443B4-C465-43E5-AB72-F42EC35232A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F3676C-E68D-441E-83F6-E435EB77805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身分資料越集中，外洩影響越難逆轉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262717-9512-4962-BF9E-AC68A1D7BFD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5C9AAF-86B1-4717-A84E-23B577C1446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A0D875-3464-42C3-992A-266B6D93D9E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5A4D1E-D846-42A4-99BB-768CA675A398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DFBFBD-D706-4493-B38C-1B8AADD8F89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07C023-C5FA-4573-AD08-28FAA29FDC31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密碼可以更換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E6F145-8B8C-43FE-8ACB-3A9B2BE616C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遭竊後可重設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可用多因素認證降低風險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服務商可凍結帳號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5D3BB6-B87F-40E8-8F85-BFEBF7EF9D5F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身分屬性難更換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2394E1-3BA7-4D97-9DBD-BF30E86B35D2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姓名、生日、證號與臉部特徵長期有效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一次外洩可被反覆用於詐騙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因此應遵守資料最小化</a:t>
            </a:r>
          </a:p>
        </p:txBody>
      </p:sp>
    </p:spTree>
    <p:extLst>
      <p:ext uri="{BB962C8B-B14F-4D97-AF65-F5344CB8AC3E}">
        <p14:creationId xmlns:p14="http://schemas.microsoft.com/office/powerpoint/2010/main" val="1099450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500EF46-E124-43FC-B3B0-7E00BDF8AF9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C239C3-D081-4103-A8A0-6B9B6C30269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電子簽章證明控制金鑰，不自動證明真實身分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F9B920-704D-4E61-AC50-2EEF939B1AC4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036918-BC75-4A09-A0A4-1FACF2495F2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56D9DD-32F5-40C8-B00C-71F5124469F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793EB8-7C38-48C2-8BD5-8BE5A5E2D27E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4EBF8C-1E09-439C-9065-1097BDE9E9B1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C5E02C-80D3-4027-850B-D1284BF37B87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密碼學能證明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B13EC2-36FA-4AEE-B781-E240071957A2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訊息未被更改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簽署者控制特定私鑰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簽章可被公開驗證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交易授權可留下紀錄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26981B-8ABF-48A7-9F3A-A68658B5B2E8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仍需制度連結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8EB7B1-359E-4501-B083-625C32438612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這把金鑰屬於誰？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簽署者是否有代表權？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憑證是否過期或撤銷？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失竊後如何復原與追責？</a:t>
            </a:r>
          </a:p>
        </p:txBody>
      </p:sp>
    </p:spTree>
    <p:extLst>
      <p:ext uri="{BB962C8B-B14F-4D97-AF65-F5344CB8AC3E}">
        <p14:creationId xmlns:p14="http://schemas.microsoft.com/office/powerpoint/2010/main" val="89977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C0439A5-0966-47D2-91E9-20818402861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A75B05-21CE-4334-8F5A-9A2F9D2E1B8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好的數位身分要同時兼顧四個目標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F837E4-479B-447C-8580-D68E264D7C7E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3C2C10-03E3-406E-87FB-3C6A3059077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3B5258-A41D-4C20-922E-87E7AD6EF5B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93B2A5-68EB-4D7A-B8D9-D86FF6CB992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FFD2D9-2634-43FA-8DF7-8377CC53B42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7F2AC5-04C4-4D70-9D6E-5656ADE70FFE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能驗證簽發者與資料完整性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2ABE1F-9352-4751-9C00-569A09BAD7D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C0898-1C41-409A-8ACF-F9C0BC1E2864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隱私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38131E-2651-4FAD-9B6F-0E8257D6B52F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只揭露完成任務所需資訊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55A02A-C9E4-40C9-A3F2-281450E79E09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C06F66-9281-4C38-83A9-8497450A1F30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904471-EB4B-4A12-B181-4F523AC2BBB3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一般使用者能理解、復原與申訴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EE1B76-7F90-4D09-A944-0C5B3B756098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4598BA-4003-46E7-99AD-098309A6CBC9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互通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6F505D-9528-422F-8A0B-50DA5D494A76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跨機構、裝置與國境仍可驗證</a:t>
            </a:r>
          </a:p>
        </p:txBody>
      </p:sp>
    </p:spTree>
    <p:extLst>
      <p:ext uri="{BB962C8B-B14F-4D97-AF65-F5344CB8AC3E}">
        <p14:creationId xmlns:p14="http://schemas.microsoft.com/office/powerpoint/2010/main" val="172412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DDE901D-255E-4348-ACB6-51EE88654D8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第一節｜身分基礎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C8A87E-F0EE-493F-8A81-832F8B5F30CB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身分系統的核心問題是誰能作證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7D8BCF-A9CC-4A01-B697-D30440168C2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620E43-7134-4956-9332-1741C8C294B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12｜第一節｜身分基礎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4F9069-2BDF-4902-B9D8-5E218F012B2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2BC8A7-479C-4B82-A37C-6D71A7461937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每一項屬性都有信任來源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59C36F-BB52-4C99-9402-C3A7E4355705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年齡由政府證件支持、學歷由學校支持、任職由公司支持、帳戶由銀行支持。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035363-F8F7-4C18-98D6-58D38E87D332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433373-ED7B-4266-B431-39DEE4ED4D44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833" lnSpcReduction="10000"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數位身分的價值，不是把所有資料放在同一條鏈，而是讓不同來源的證明可安全、最小化且可追責地被驗證。</a:t>
            </a:r>
          </a:p>
        </p:txBody>
      </p:sp>
    </p:spTree>
    <p:extLst>
      <p:ext uri="{BB962C8B-B14F-4D97-AF65-F5344CB8AC3E}">
        <p14:creationId xmlns:p14="http://schemas.microsoft.com/office/powerpoint/2010/main" val="701337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5B999B52-7012-4283-B804-3A251DFCCDA5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40915E-8E34-4BC7-97D6-A04DEA24F8F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D1BB35-1CBF-4795-9192-B583623FA1E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FB1B01-261F-4104-94B6-94408BA1B88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D4D01D-4FA7-4E94-A08C-9A2703F5BCC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17BF2A-FBF9-4CD9-A1B4-713850CD803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588C0F-37B0-46AE-A6EE-82D8F2DF394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08A285-E756-48F7-9FA6-14B50B626AFA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3496D8-4364-42C7-B5E6-0C175AE2709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12｜第一節｜快問快答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B3F35D-0D75-42A0-A0EE-B8AB6C21BB9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B9730F-AA60-4D07-9896-7378053DEB0A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登入成功主要代表？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0990E4-F16A-4D33-A178-19EC7C22C473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完成所有KYC　B 通過認證　C 擁有所有權限　D 資料永不外洩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50A12-9535-4B01-9030-43BBD37043C2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A2D556-8E32-41CE-9447-D8B912A60F48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答案：B。證明控制帳號或憑證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1160BC-73FA-4668-8AEF-61D0765272F0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授權回答哪個問題？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B557CF-38CA-451F-9B61-1B0FDC2F78E3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你是誰　B 你可以做什麼　C 資料在哪　D 幣價多少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77500B-4EE3-434A-B23F-CF347EE56913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7ED044-44C1-41AD-B38C-ED4CB85F5749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答案：B。決定可執行的行為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367D9A-100E-4B75-BCED-612B65AFCDB0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KYC只需掃描證件嗎？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49D100-9C57-4F74-B9DA-90428EA7939C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只需密碼　D 只需地址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7B92B6-0AB8-481E-99FE-203CDE265521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53ACE7-9ECE-4E21-A832-E824ADDE6D3A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答案：B。還含風險與持續查核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ADCECF-E919-41AE-8919-7E1FBF47F1E5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電子簽章直接證明？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1741D32-5D2E-4727-8C95-74DDE120662A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真實姓名　B 控制特定私鑰且內容未改　C 信用良好　D 年滿18歲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C349C3-D618-4D3C-900E-BF9D50F5C580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DFED1B-D63F-4853-896E-E391E5D35670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答案：B。身分連結需其他制度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13DBDA4-080A-497B-B567-36A84466422A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個資是否適合直接永久上鏈？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5A49F53-68CF-40E9-8749-41586A4DC5FB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適合　B 通常不適合　C 只要公開　D 只要免費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0C62FE-3817-4567-AA69-BD87B1BA713F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114A93-A253-4593-A301-0DEE4BCE371D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答案：B。難刪除且易被關聯</a:t>
            </a:r>
          </a:p>
        </p:txBody>
      </p:sp>
    </p:spTree>
    <p:extLst>
      <p:ext uri="{BB962C8B-B14F-4D97-AF65-F5344CB8AC3E}">
        <p14:creationId xmlns:p14="http://schemas.microsoft.com/office/powerpoint/2010/main" val="2080700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FCBEAB7-9BB5-4D80-91EC-B1E73D71868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6B4E6F-79B5-40AE-AA28-7AA2DAB7E93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DID是可由控制者管理的新型識別符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B4105F-1432-402D-8646-1857E466852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21CD12-54F4-48E4-A10B-B3FB127A64AD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416D47-01BD-4E05-B405-0CF734068DB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399C7-C199-4AD6-B3E5-048B714F0E32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172576-E07E-4B8D-9A3F-87D2CBAFF40E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59E04F-C8B9-4AF8-BB5C-2379EBF7C48F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DID可以做什麼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8FE2CE-1A00-4158-B34B-3EA984F70E7C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以標準格式識別人、組織或物件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解析至DID文件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列出驗證方法與服務端點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讓控制者用密碼學證明控制權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AA9B9D-695F-4C3B-99FD-141A28D7C4F0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DID不能單獨證明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90CAEB-CED0-43EA-BAAA-CC118C9EDC05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政府姓名或國籍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學歷、職業或信用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同一人沒有多重DID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對方一定值得信任</a:t>
            </a:r>
          </a:p>
        </p:txBody>
      </p:sp>
    </p:spTree>
    <p:extLst>
      <p:ext uri="{BB962C8B-B14F-4D97-AF65-F5344CB8AC3E}">
        <p14:creationId xmlns:p14="http://schemas.microsoft.com/office/powerpoint/2010/main" val="758612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4B28A07-987A-4F84-8591-4AFB0D60A36C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6F5322-A01F-4BAF-9903-1E96CB98CA0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DID文件通常公開金鑰方法，不應公開完整個資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32B073-FD6F-42C0-8DC5-5D3D58E181C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122A4-7B5D-410B-939E-56F59A26D42E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25C14-9735-4106-8E3F-6A5036E020E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E46F52-C5D7-4E3C-A4A0-1FA47F26AC5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050430-684E-483B-A468-556CBF238EDD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識別符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8803C4-9831-4CF6-BCA4-42DFAE8B2C5B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did:method:identifier格式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1C8802-7F1C-49E2-A862-8B78DE047607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6D6CCF-2E39-4D14-92D9-9C61FC956D41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驗證方法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CFE05E-E51E-4D48-B687-6ADA37EDFD93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公開金鑰或其參照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1C5C4A-B9BC-4972-95B7-3EBDDC04F05C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17D9FD-7125-4E2B-8638-6DBF682A37AA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服務端點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FA6C89-9BAA-49ED-B45F-3B50AB9F677E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支援互動或查找服務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8AA957-173B-49AC-8147-96820C4E4B59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7EED16-2E87-417E-8D87-7495A0307D4F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控制資訊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E6862F-5C99-493B-8FB9-C690054B22FD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金鑰輪替與權限關係</a:t>
            </a:r>
          </a:p>
        </p:txBody>
      </p:sp>
    </p:spTree>
    <p:extLst>
      <p:ext uri="{BB962C8B-B14F-4D97-AF65-F5344CB8AC3E}">
        <p14:creationId xmlns:p14="http://schemas.microsoft.com/office/powerpoint/2010/main" val="48166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D16EDBD-15FB-480C-B23E-E0F74C798567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77333F-9F04-44F6-B553-5FF829D73FE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可驗證憑證由簽發者、持有人與驗證者構成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BBC569-3A9E-4F66-AE26-3EFA1DBF251E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7E3DB3-BBD2-475E-A6E7-CB9CB162A28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3B6E12-A2C7-444C-84B2-6DB364BF374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C180B4-7047-4D1A-BB80-66702B84557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A8E8AB-3072-41D9-BBF6-6B548D5D2090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Issuer簽發者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8595F2-8930-4E27-A11A-044D65929651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對某項屬性作出可驗證聲明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E0B7CB-F827-4455-ABC7-A7A922C96B1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9BE716-92DE-42EE-B220-78AC02FE30BD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Holder持有人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C1C88C-6328-4E32-BADD-825328823804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保存憑證並決定如何出示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3498DB-1937-4FC1-849A-8EB32D9B38F5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FCD75A-A68F-479D-8B43-FC32A15B2474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Verifier驗證者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D6A177-2429-4190-A30E-0C90CE0AC712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檢查簽章、狀態與適用性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8AA2AB-EBA4-4E7C-B824-8E48F867EE7B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DC6BC0-1B67-46B8-8364-226727CD18C5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Subject主體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F3CBBE-838C-428A-9CB4-681EADD1BA35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憑證所描述的人、組織或物件</a:t>
            </a:r>
          </a:p>
        </p:txBody>
      </p:sp>
    </p:spTree>
    <p:extLst>
      <p:ext uri="{BB962C8B-B14F-4D97-AF65-F5344CB8AC3E}">
        <p14:creationId xmlns:p14="http://schemas.microsoft.com/office/powerpoint/2010/main" val="388263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20A12BF-94D8-429E-B83F-81487469684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8E4DD-4BBB-4A7C-A0F1-704E12202884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VC證明資料未被竄改，不代表內容永遠正確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BA964C-1F6B-4A63-AC96-6CDB79CFC2A8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1B49AB-14AD-46F2-896D-500D16E8018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19A2C4-FB89-42A7-8D4F-F105ECBF828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982493-58DB-48B3-BE62-95287F97C3A4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A3F824-80A4-42F9-B154-D88C00703FC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E3257B-30F5-4ECA-9D4A-77945085AF92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密碼學驗證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26F6DD-A4CF-4B3D-9A81-D8610EC7BC2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確認簽發者簽章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偵測憑證內容遭修改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檢查有效期間與狀態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確認出示者具備控制權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604F27-F176-49DB-BA14-1D8D3F31BBB4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業務判斷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24F6AB-DC41-45C2-8952-F2A7E1AFE5A1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簽發者是否有資格作證？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原始查核是否可靠？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憑證是否適用本次目的？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驗證者是否接受該信任體系？</a:t>
            </a:r>
          </a:p>
        </p:txBody>
      </p:sp>
    </p:spTree>
    <p:extLst>
      <p:ext uri="{BB962C8B-B14F-4D97-AF65-F5344CB8AC3E}">
        <p14:creationId xmlns:p14="http://schemas.microsoft.com/office/powerpoint/2010/main" val="39437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271FE52-4D85-4D83-87E9-B4874DB7C37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1C2114-AFFF-4ED6-A9E4-B86B41B3137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憑證交換可以不把原始資料存到區塊鏈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E1EDA0-05DC-4622-907B-7583063C06D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DDCF82-924C-4CD8-95AD-E3C904C71D14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01CC01-CA9A-4560-98B7-2445B0CE00A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45EF9-EE11-471C-9534-659AC8A6B27F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3CAD94-3F88-4727-B5FF-00ACC2F31CBC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鏈上可能放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F3C3D0-C7E4-4FA0-92C1-12B7B3F4FDB7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識別方法、公開金鑰或狀態索引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EC7ACE-CBD4-4016-97B7-3771A50F0ABD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801B9C-54A6-4057-BC02-9CDF1FADCD22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錢包保存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B3654B-75C7-4B09-9157-CC309E4B804C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完整憑證與敏感屬性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84FA5D-E549-4681-B9AF-3D77C6BCEED7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B8148E-FA98-4B27-AA5B-D3318022AEB2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出示內容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E8A2F8-5C61-4F0B-9B88-EC2C54B97BBB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經使用者同意的證明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D56253-2F54-47C1-A4C1-1134CE7FF64F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D47985-C676-41A2-A45A-5CC49CBEFE3B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驗證端檢查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E2F6DDE-B291-4FED-B876-3411A1580BD5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簽章、撤銷、時效與信任名單</a:t>
            </a:r>
          </a:p>
        </p:txBody>
      </p:sp>
    </p:spTree>
    <p:extLst>
      <p:ext uri="{BB962C8B-B14F-4D97-AF65-F5344CB8AC3E}">
        <p14:creationId xmlns:p14="http://schemas.microsoft.com/office/powerpoint/2010/main" val="133026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E4F9B7C-9525-480A-BF50-64F2DB6A07D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662BC9-83D9-48D5-99DE-C45C504B48A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選擇性揭露讓使用者只證明必要資訊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4FC1E7-6E8E-4D15-AEF6-E5DE8FB85F5A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DF9DB2-00E0-4CEC-BB88-29F1BA53791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AB3400-6548-4077-ABDC-A980F26C5AE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D8B12-4AB8-421F-B817-72746B597240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D64E5F-C481-4FBF-83DC-832B03C19EA3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268BAF-59DA-49AE-B8AD-76B60AF3B386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傳統作法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4522AF-DBBE-4557-9200-CEDEADC78806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買酒出示完整身分證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店家看到姓名、地址、生日與證號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收集超出目的的資料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AA6A54-E400-4304-875C-2ECC576AB538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最小揭露作法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E7D31E-6C9B-4C5C-AEB7-6C6EF5EB0093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只證明已滿法定年齡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不必揭露完整生日與地址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降低資料外洩與跨服務追蹤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仍需可信簽發者與證明格式</a:t>
            </a:r>
          </a:p>
        </p:txBody>
      </p:sp>
    </p:spTree>
    <p:extLst>
      <p:ext uri="{BB962C8B-B14F-4D97-AF65-F5344CB8AC3E}">
        <p14:creationId xmlns:p14="http://schemas.microsoft.com/office/powerpoint/2010/main" val="296927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E07653D-D633-4BF6-A4D1-AB7A81BB61C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D17B73-2896-4418-ACE3-6752268CAE96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零知識證明可證明條件成立而不揭露原始值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4413F6-4955-46F5-A5B6-4C9B03DFF70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3614A5-BBA1-4901-A4BE-CBCD4E09B9B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153E77-D4EC-4142-B251-3456862D9EB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6EBEE6-BFA5-46EB-B629-17CAE93A8AC7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258A32-AA0D-44DA-9B81-5ABB53AE8107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4E1C8A-F62D-4F10-802E-1ABEF483D504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可理解的例子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4E7DCF-14A9-4F6F-9E45-4271DFFFB455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證明年齡大於18歲，不交出生日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證明資產超過門檻，不公開完整餘額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證明在合格名單，不公開名單內容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F150BA-27F8-4388-9007-BB4D269363E0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現實限制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A11D86-C284-4EF1-99D1-16EC1C801D10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建立與驗證成本較高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規格與錢包需互通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撤銷與更新仍需處理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業務與監理是否接受很重要</a:t>
            </a:r>
          </a:p>
        </p:txBody>
      </p:sp>
    </p:spTree>
    <p:extLst>
      <p:ext uri="{BB962C8B-B14F-4D97-AF65-F5344CB8AC3E}">
        <p14:creationId xmlns:p14="http://schemas.microsoft.com/office/powerpoint/2010/main" val="705561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32F8AB6-B249-46FE-BF6E-1A10EA4286E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B938F7-1462-4AD2-A752-B53A8A4AE903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撤銷、更新與金鑰復原決定憑證能否長期使用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FA3137-C99B-45DE-9127-4276FE68FB2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7B2142-A36A-4776-B07C-D7AEF31FEA89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C47975-74D3-4B44-9EC0-499E358B8C9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1922A2-6007-4301-A06C-98A43B1B31AD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C12C14-B159-4CE7-88C5-095E9F71DAC3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撤銷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6782A7-F559-44AC-8F87-C5B57422F838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資格失效或憑證誤發時停止使用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83EB71-679F-4AE6-B218-E745F386CC6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CB8ED0-4C33-41D2-8F7D-B608A380C636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更新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48DDE4-B69F-47DF-A7B6-0703BC65078E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姓名、職務或有效期改變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520656-4ADE-4212-A7B8-C168511E33BB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562CDE-48B0-488A-B11B-22696094B3C0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金鑰輪替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56E086-183F-41B2-9646-411479EC6CAD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裝置遺失或私鑰可能洩漏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3F491D-2C0C-49B5-95AA-F5926601D4BD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EC5203-02E0-4890-BAEF-C08012694A22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復原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A50D45-122F-45F4-BDD8-09DA8D0DC0E0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在不冒名的前提下重建控制權</a:t>
            </a:r>
          </a:p>
        </p:txBody>
      </p:sp>
    </p:spTree>
    <p:extLst>
      <p:ext uri="{BB962C8B-B14F-4D97-AF65-F5344CB8AC3E}">
        <p14:creationId xmlns:p14="http://schemas.microsoft.com/office/powerpoint/2010/main" val="1131806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58A1117-E8E2-4D88-970E-B6F6FEF4977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796BBD-C73D-4DD1-8E71-C780F898559B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信任註冊表回答誰有資格簽發哪種憑證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B159DC-26BF-4F94-B032-A20834528F6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12443-9EB0-41E8-86A7-410A1D012B68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922138-F95B-4801-BDC9-10AFEC67123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82239E-F610-4C5F-AB52-7555A401412D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5DB86B-B689-4D7D-B302-4AE86F8FECDC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1D93B5-5F30-4B23-BBB8-910859316FD7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需要治理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6C06DC-9FE9-4B4D-BB3F-56AA2641F5E2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哪些政府、學校、銀行可簽發？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簽發權限何時生效與撤銷？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跨境如何承認？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錯發時由誰負責？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398B6E-5CEE-48E3-BF67-443271641419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可能載體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E6C97A-0412-483B-9280-1A15ED197A5A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政府或產業信任清單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PKI與憑證機構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分散式帳本登錄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法律與契約網路</a:t>
            </a:r>
          </a:p>
        </p:txBody>
      </p:sp>
    </p:spTree>
    <p:extLst>
      <p:ext uri="{BB962C8B-B14F-4D97-AF65-F5344CB8AC3E}">
        <p14:creationId xmlns:p14="http://schemas.microsoft.com/office/powerpoint/2010/main" val="24125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8EEDB62-5D7F-4C1E-90D2-F709CF0BF8A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第二節｜DID與VC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6BF7A3-B75C-4EA1-8640-921FBB98782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標準成熟不等於所有產品可以互通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B6ADBD-E0A5-4351-91CB-7EA95E2DDA1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F96BC1-F8B2-4900-8119-7142B1C0EB7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12｜第二節｜DID與VC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46C19B-AB5C-48F6-8F77-F430CF464AC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06A7A6-B996-4270-9FC6-7360502F09B1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2026年的標準基礎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0042AB-414C-4C53-B626-A4CADE6889B1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771"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W3C Verifiable Credentials Data Model v2.0已於2025年成為Recommendation；DID生態仍包含多種方法與傳輸規格。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A3CC4B-AE50-436A-9CB3-92806E487853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D6A4F9-5867-4F5E-BA65-554C824CC52C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802"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導入時必須實測錢包、簽發、出示、撤銷與信任註冊表能否端到端互通，不能只宣稱符合標準。</a:t>
            </a:r>
          </a:p>
        </p:txBody>
      </p:sp>
    </p:spTree>
    <p:extLst>
      <p:ext uri="{BB962C8B-B14F-4D97-AF65-F5344CB8AC3E}">
        <p14:creationId xmlns:p14="http://schemas.microsoft.com/office/powerpoint/2010/main" val="37559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0BA2BA7-0B66-4F93-885C-33063C0AF69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D88AC6-BCA8-4BB7-8219-5DF682E82C1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819670-0709-43C9-B1A6-D62377DE416E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1D9E01-D47C-4A40-95B7-5944E32C4D0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96DDD6-7AB4-4946-8FC3-F54E7D24783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436AFD-4001-46C8-8E64-D0715D0B7F5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928784-CA64-41A8-9E99-E2AB0D878E38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26FA2E-4B71-4518-A18F-C711FF1B1B1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BFC462-AEAC-457F-8B0C-F7FF10918EC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12｜第二節｜快問快答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C8293A-62F8-4D3A-AE7C-C7E9EA18E62F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E37769-6F36-49D7-A667-C016D8EDE17E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DID單獨能證明學歷嗎？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162795-96D3-4343-AAE2-6B882284CCA1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能　B 不能，需可信憑證　C 只要上鏈就能　D 只要有地址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0A8CF6-50C5-4F16-9A4B-FA1B1CF6DAB3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D14EEE6-D836-40AF-91D8-1CCE31F8F8AD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602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答案：B。DID主要是識別與控制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4FA6E9-E708-49E4-A55F-4A4D95B0E04C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VC三方核心角色？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2F216F-51C0-46DF-8526-A9DC9ECBD665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712" lnSpcReduction="10000"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礦工、節點、交易所　B 簽發者、持有人、驗證者　C 銀行、央行、券商　D 買方、賣方、做市商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FF94B8-ECC9-4BED-AD1B-DE3F46DCC9D9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1E4EFF-C65D-4E79-8EA9-2C04C6DFFC58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1511" lnSpcReduction="10000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答案：B。Issuer、Holder、Verifier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2BB256-9046-40BD-B20F-5B96FE4D710B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完整個資應存哪裡？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6820FB-EC78-4861-BB18-FE20F912B92B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公開鏈　B 通常由錢包或受控系統保存　C 區塊瀏覽器　D 社群網站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C9376C-34CD-4EDD-9EEA-E62802605958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CFD1E7-F464-463D-A47C-18ACD59D46A8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答案：B。鏈上避免敏感原文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AE92042-001B-41CB-8DE1-F686A059BD3C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選擇性揭露目的？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E2E925-3C7B-4861-B7A4-A5929EE943EA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分享更多資料　B 只證明必要屬性　C 取消驗證　D 隱藏所有風險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97DCD7-CE43-468D-9DE0-A7E66F8A86C8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6890C7-8108-41C1-A11A-0537668DCF8D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答案：B。資料最小化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BBE787-81A7-4922-8DD6-2A5077893BC1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憑證撤銷用於？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96DC79-A5C3-47FE-83F8-7562D9D1E6A0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提高幣價　B 標示資格或憑證已失效　C 產生DID　D 取代簽章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5ACA49-4DB2-4FD7-86EF-FD7CD33390EA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23C086-916B-47DB-B09A-713D5696632B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答案：B。狀態管理</a:t>
            </a:r>
          </a:p>
        </p:txBody>
      </p:sp>
    </p:spTree>
    <p:extLst>
      <p:ext uri="{BB962C8B-B14F-4D97-AF65-F5344CB8AC3E}">
        <p14:creationId xmlns:p14="http://schemas.microsoft.com/office/powerpoint/2010/main" val="624955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9866AEE-B043-45EF-8632-E613AC4FC49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CB6A05-E3E0-4C2A-AE44-9EB38AA74FD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可重複使用的KYC憑證可降低重複查核成本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241D65-C6AE-443B-A4F6-CEC4B7EC290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31DE61-8E80-43D4-95CF-43D5D9454A7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65FA58-87B5-4419-BAE4-E33B314D0D9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F51718-5A37-43B4-8282-1232F7AA439B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4E300F-01DD-4C23-8319-D7D0A54D9C10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70DF79-6ABC-4180-9500-8D241FFC1DF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934EEE-E94F-4DF9-BDF8-1B6692CD40F6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受信任機構完成身分查核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向客戶簽發可驗證憑證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客戶向另一機構出示必要屬性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新機構驗證並自行承擔最終決策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F23BA3-657E-4C80-BFC0-EADD7AD2C77E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不可誤解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3EDDBF-70B8-4C36-8B90-2994978DB751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不是一次KYC永久通用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各機構仍須符合法定義務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風險資料需要持續更新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責任與查核範圍必須約定</a:t>
            </a:r>
          </a:p>
        </p:txBody>
      </p:sp>
    </p:spTree>
    <p:extLst>
      <p:ext uri="{BB962C8B-B14F-4D97-AF65-F5344CB8AC3E}">
        <p14:creationId xmlns:p14="http://schemas.microsoft.com/office/powerpoint/2010/main" val="369093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31B9FCA-4262-4CCE-85CB-1EA3A924B1FB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269D20-7A74-4640-8818-D10572CC5C4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法人身分要驗證公司存在、職務與授權鏈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717A13-436F-408A-A03B-98FC4B65BE9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95C46C-185F-4673-AA60-19E42865C0E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6BE7B2-D71D-44F9-A18B-0FA1A19F932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60FCE-158E-410B-ABD1-30FC4371EE9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838A0-92EB-47D3-AA1D-0A442DA7564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公司資格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D331B6-3A97-4AD6-AFFB-B93E227CA397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設立、存續與登記狀態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557D66-55E7-4F31-8A24-915A4867E5E2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3038BA-647A-43BC-B2B7-B2F13EF2486F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實質受益人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86B6E8-4082-438B-BB8D-69D640463A44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最終控制或受益自然人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43A9DF-C88D-4E7E-A2A7-3EA4CD043B7C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AC5F6A-E89F-44A2-BB66-84A85C6E4500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職務憑證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5D4655-F975-4290-B74F-57978C0071CB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董事、員工或代理人身分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31D0DF-51DC-4DE9-830F-720FDA381415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BCD9FA-8742-48A7-83FD-FF064D1C7BF7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交易授權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DFA9E2-1A5C-4235-B332-63C6388F12E4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金額、期間與多人簽核限制</a:t>
            </a:r>
          </a:p>
        </p:txBody>
      </p:sp>
    </p:spTree>
    <p:extLst>
      <p:ext uri="{BB962C8B-B14F-4D97-AF65-F5344CB8AC3E}">
        <p14:creationId xmlns:p14="http://schemas.microsoft.com/office/powerpoint/2010/main" val="244794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2243B23-17C9-4E9A-B0C2-05B2DD27DE3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FC2333-D786-4261-9C90-C44E71A5F1B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支付與開戶可以用憑證降低過度揭露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317537-883D-443D-9C3C-B3394EB9DBC0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F7B4AB-942C-4571-AFFC-716F9751384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49E9EA-8A7F-485B-9386-AAB0CC6E5C2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F2D199-F6A2-4721-977A-DD33224597C0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907C9E-E6BD-4863-AAC3-5C87CF41545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年齡證明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AC49B3-AD05-446F-AE2F-BA8222E3ACF5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只證明達到產品門檻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C698F3-D44A-4565-9C2B-D4C7523C464B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4300C1-6178-4742-BD2F-9206D4513FD6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居住地證明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0832F9-B0AB-4023-B7D8-BC6F038E70E7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確認服務管轄區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19CF20-FF58-4F81-9BB4-8C6C56C71150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BC5B05-8FF3-485F-B8BB-2B6B2239812E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合格投資人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E9FCCD-93B6-43CC-B6ED-07327DCFBF2E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證明符合財力或專業條件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8653B3-6E7F-4C6F-B4B9-85A9EAA36FEE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DA55C4-3283-470D-81A0-A06AE2EFCD35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制裁與KYC狀態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791631-5D7C-49CC-B8D6-18539A1F60AF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在有效期間內傳遞查核結果</a:t>
            </a:r>
          </a:p>
        </p:txBody>
      </p:sp>
    </p:spTree>
    <p:extLst>
      <p:ext uri="{BB962C8B-B14F-4D97-AF65-F5344CB8AC3E}">
        <p14:creationId xmlns:p14="http://schemas.microsoft.com/office/powerpoint/2010/main" val="1195447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AFEE3B9-B778-4D87-A8E6-0CE533C90AA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BF77F5-8F34-4DFF-B407-604AE5257814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學歷與專業資格適合做成可驗證憑證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9D536-2832-4F4A-AA36-660B11173D4A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A794EB-6FAA-431D-880A-C62D621442E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2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E57051-19DE-4096-B87A-93F4F310C4E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2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69864B-0351-4469-854F-B3823F18514C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56B0C4-A3B2-41F1-B2C9-8F5D7AB5B655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03D57E-70AD-4AF8-984E-282C31CA46D3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 dirty="0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早期構想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2E54AD-EFD3-4BCF-8815-EAF9A2AF55D8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學校簽發學位與修課證明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機構簽發證照與訓練紀錄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求職者自行出示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雇主即時驗證真偽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215680-A647-40FC-A0A1-63F9BA9B1331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 dirty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近年趨勢</a:t>
            </a:r>
            <a:endParaRPr sz="2325" b="1" dirty="0">
              <a:solidFill>
                <a:srgbClr val="10141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567543-6850-40CD-98EF-319DBC33B8D9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不要把完整學習歷程公開上鏈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需處理撤銷、更名與補發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驗證學校簽發資格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避免用不可更正紀錄傷害個人</a:t>
            </a:r>
          </a:p>
        </p:txBody>
      </p:sp>
    </p:spTree>
    <p:extLst>
      <p:ext uri="{BB962C8B-B14F-4D97-AF65-F5344CB8AC3E}">
        <p14:creationId xmlns:p14="http://schemas.microsoft.com/office/powerpoint/2010/main" val="1285658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923E1ED-A2B4-4F3C-A01E-6E2482D4044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C3434C-A877-4B4B-BF43-DA14675493A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EU數位身分錢包把跨境身分帶入制度化階段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247540-1F91-46D9-972B-AA73696DD49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95CBEC-2007-49B3-8F9F-D5903CA2BA12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2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9EB24C-02B0-44FD-B58D-25F18E116C5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2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FFB7FD-5BDE-457D-B076-6821025F14FB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2FC61E-44BC-4E55-ADB6-7F406C27B4F6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6161BC-0A34-4D6A-984D-DD4ED41D1664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制度方向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1C669C-5643-4B68-9C1C-58AD3B18BE01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成員國須在2026年底前提供EUDI Wallet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連結國家數位身分與屬性證明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支援公私部門跨境服務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強調安全、互通與資料控制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4B75F9-B8FE-414D-97AF-39842AD00E5C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對金融業意義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2D96F3-DB99-4FE7-A2C3-5A6C1F146209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遠端開戶與強認證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銀行帳戶及資格證明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減少重複蒐集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仍需依各服務法規完成查核</a:t>
            </a:r>
          </a:p>
        </p:txBody>
      </p:sp>
    </p:spTree>
    <p:extLst>
      <p:ext uri="{BB962C8B-B14F-4D97-AF65-F5344CB8AC3E}">
        <p14:creationId xmlns:p14="http://schemas.microsoft.com/office/powerpoint/2010/main" val="1748178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3FEEFA3-188B-4D22-BCA6-24CFB6929EB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B76727-BB24-4F66-A8E9-6130D699CE9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身分系統的最大風險常在關聯、追蹤與復原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A2CF22-5024-46A3-88E9-3B1C8A54D30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2200E2-4A48-4189-823B-90CB045287A4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B04A85-5C77-4597-88C6-8D4DF9629B7F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B30153-162B-4A00-8DAA-D5992EAD38F8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2885F6-47BF-433A-8CE3-9E7633F1B405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關聯追蹤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834D72-2F17-45A7-A6F1-2CBDDD6F9FAE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同一識別符跨場景使用形成完整画像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0858C7-BDA5-478E-9753-34713F22ECD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501350-2B7E-404D-A101-9CFB8AE6FE62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裝置失竊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E571DF-6811-42D4-9AE5-2E2C13CF4781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錢包與金鑰遭未授權使用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AFE435-9A6D-4E40-9BC7-F4BC64BB4F77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A1FAF4-EA00-4831-B22E-B17CB92875B3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錯誤憑證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4781EF-5F8D-4EB3-A225-BDCA445F9F02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錯誤資料被快速傳播與依賴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6016AF-ED10-425B-B1AC-2A64A5571ABD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25865A-446F-47FF-A0C3-80C5BFD0A112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排除風險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6766E2-9B5A-430C-A96C-5A3121E7B898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無手機或弱勢者難取得服務</a:t>
            </a:r>
          </a:p>
        </p:txBody>
      </p:sp>
    </p:spTree>
    <p:extLst>
      <p:ext uri="{BB962C8B-B14F-4D97-AF65-F5344CB8AC3E}">
        <p14:creationId xmlns:p14="http://schemas.microsoft.com/office/powerpoint/2010/main" val="928515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86707C3-211A-4CCA-AC0C-27BD2FE1DA7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1DB95E-8047-4EE6-B5EC-E9F541E0129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區塊鏈只適合保存最少且必要的公開資料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40F63F-2381-47C4-9032-53DE40A594DA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0C63C-3003-4D5F-9B9B-DB999A2C711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4B1036-4502-41FE-AAC3-52D4B99E1CB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8A22CB-8BB5-410D-9892-58611C7E6CA2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B68892-E1F6-4632-8023-DE17AA6B4653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91F8E3-E7EC-472A-ACA3-8607F644A22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可考慮上鏈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7CF79A-8CD6-4121-B9AA-85527B5ACB2C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公開金鑰或DID方法資料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憑證狀態索引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不可否認的時間戳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信任註冊表摘要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F9E11C-082F-490A-B58F-9B59C029A7D1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避免直接上鏈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72767-9AFB-4064-A521-77F891F5768C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姓名、證號與地址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臉部與生物特徵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完整交易與醫療紀錄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可推回個人的雜湊資料</a:t>
            </a:r>
          </a:p>
        </p:txBody>
      </p:sp>
    </p:spTree>
    <p:extLst>
      <p:ext uri="{BB962C8B-B14F-4D97-AF65-F5344CB8AC3E}">
        <p14:creationId xmlns:p14="http://schemas.microsoft.com/office/powerpoint/2010/main" val="968838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E8D38E4-C37C-4DF1-8F2F-2A2B79AD0B3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3AC084-825A-4F54-B239-B286C574C18B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導入數位身分前要完成八項治理檢查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18E5B-E34A-4B5A-9442-904122EEACCA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42BDC2-C3CF-4A8A-96D2-42BAD8E23C1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218B5C-7157-4965-AC55-59B98B54D2C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A2C2C0-1AED-46AC-8E88-A1C6D0FFCB6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0548DD-69D4-4A89-AA25-91DCBFC027DE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目的與最小化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5DA955-4B6A-4A7B-A8D0-F44FF022553F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為何需要、最少要哪些資料？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2D6D55-77C6-4894-A944-CC678A0820F5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61D9A0-37E0-4079-806B-059AE43B1DA4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信任與責任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583E3B-FF50-422E-8BF0-A0CF227463EE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誰簽發、驗證、補救與賠償？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F4AF77-D017-42B0-ABCB-4414828E8AFA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FC5891-989E-4102-AA2C-10DE79399F94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生命週期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0D923E-7CE9-4906-9729-F422C59AD3EC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簽發、更新、撤銷、復原如何？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0B4BF2-FBE4-4A88-97BC-2F9163E3E97D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BBD904-F4AE-490B-ADFA-686903FFE089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互通與退出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AFC98F-8691-4639-9995-5C480BA50E00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能否換錢包、跨機構並保留替代管道？</a:t>
            </a:r>
          </a:p>
        </p:txBody>
      </p:sp>
    </p:spTree>
    <p:extLst>
      <p:ext uri="{BB962C8B-B14F-4D97-AF65-F5344CB8AC3E}">
        <p14:creationId xmlns:p14="http://schemas.microsoft.com/office/powerpoint/2010/main" val="1097393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1C37B79-EB3F-4C9A-872B-E899D952AED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4F82A0-C0E3-45DB-9E9A-2445988FDA0C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案例：銀行是否接受他行簽發的KYC憑證？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1A9243-E249-49E5-98DB-A869BF94AF8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F37ECE-DD6F-431E-B6D3-F804FCEF2079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DF7E75-F8B1-4003-9D06-93CDF55BE47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FD8597-B30F-4B75-BE6D-A3F35BE7D132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82FD85-B65D-451D-AE0F-D607EF1DD2C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35E73A-ED76-4987-92B8-6555924DFBB3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可能節省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1022D1-A51F-498C-816C-9ADD11EC64B2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減少重複輸入與人工文件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快速驗證來源與完整性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只取得必要屬性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改善遠端開戶體驗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634C3C-784E-404C-8D4B-26B07CB7DD58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銀行仍要判斷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475F37-1217-4A17-9E25-16AF841C9127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簽發者是否在信任名單？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查核範圍與時點是否足夠？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憑證是否撤銷或過期？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錯誤與詐欺由誰承擔？</a:t>
            </a:r>
          </a:p>
        </p:txBody>
      </p:sp>
    </p:spTree>
    <p:extLst>
      <p:ext uri="{BB962C8B-B14F-4D97-AF65-F5344CB8AC3E}">
        <p14:creationId xmlns:p14="http://schemas.microsoft.com/office/powerpoint/2010/main" val="1609226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48D0644-9549-470E-82B3-EE29FE93BA4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第三節｜金融應用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25409D-11AB-41D6-8CD6-EBBC3CB9E74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本週結論：數位身分的核心是可驗證、少揭露、可補救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8F6569-A3D4-4C32-BC9E-342D8C978A9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DCF87-0D30-4270-AA58-73698E6CAB93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12｜第三節｜金融應用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51EB63-9689-4DEC-8F7F-D965A3A1BC9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C0F0EF-0D17-4977-9723-40B78C462D63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不要把『身分上鏈』當作答案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04878A-DAA5-449B-B2AF-67DA290F2029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DID處理識別與控制，VC承載可信聲明，錢包管理出示與同意；法律及信任體系決定誰有資格作證。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A136D1-09CB-4DEE-B1D6-D5DAF12F406F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88346-18B9-4D73-A5FA-FED92F0B67BD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833" lnSpcReduction="10000"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成功的金融身分系統會減少重複資料與詐欺，同時保留撤銷、復原、申訴及無法使用數位工具者的替代途徑。</a:t>
            </a:r>
          </a:p>
        </p:txBody>
      </p:sp>
    </p:spTree>
    <p:extLst>
      <p:ext uri="{BB962C8B-B14F-4D97-AF65-F5344CB8AC3E}">
        <p14:creationId xmlns:p14="http://schemas.microsoft.com/office/powerpoint/2010/main" val="515534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220A6884-8AF2-4257-B2AA-92C844602BD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FC3B7B-B290-46A5-8CF4-D6981B8D7B2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0DA5BD-0116-43AE-B412-73F9246A00C7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1194CF-6FD8-4AEB-ADAD-9E723CCD7CF8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3725D7-7931-4FA9-8715-0F82718E50C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21E36D-6460-4605-A32D-85A93984DF20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0DB9AC-0F98-4773-A397-72BB5196DD2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1D4E3B-C4A0-4514-BD6C-6428B28F996C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360697-4AD7-4ED6-9035-0A699E240E5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628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12｜第三節｜快問快答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EC8FB3-F7D0-42C6-A02D-C72F0D90FEC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379C7-6C21-415C-A069-D19A4EF0AC0F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可攜KYC是否免除銀行責任？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C34244-F81B-4991-8B3A-C5F8FA885A2E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只有跨境是　D 有DID就免除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EDE09E-1251-4482-B541-4ABD429E9B57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E9D444-1BE3-4756-A646-F28A845E8544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830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答案：B。銀行仍須完成法定判斷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743550-9191-4A8C-936F-0379FB5D92A8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法人身分還需確認？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979AF0-13F7-4A16-8C53-DB39B6733C15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只有公司名稱　B 實質受益人與代表權　C 幣價　D NFT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A60BA5C-9647-44F8-94D6-8806D7AB790B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01DDFC-CA63-4D9F-821A-E69A1FD0064C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答案：B。控制與授權鏈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629DD3-C2E0-4C70-BAC8-58597DD4548B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EUDI Wallet預計何時由成員國提供？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CE211D-DEB2-4F0E-BD67-E26928409739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2026年底前　B 2010年　C 2035年　D 已取消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5D138C-E9EB-42B1-9BC7-743966ABACD0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1435A7-BDDE-4F41-818D-3F363923C539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答案：A。依EU數位身分框架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5742CD-DA3B-483A-8D15-FD55969C0444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雜湊個資一定匿名嗎？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0B4E01-3C56-4627-BDFA-FAE375BE05D8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　B 不一定　C 只要上鏈就匿名　D 公開即匿名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A290F3-92E5-42F6-A78C-8C3272AEFEAA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65EF3B-C40C-4A26-9E04-0F7A713DFF6E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答案：B。仍可能被反推或關聯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52CB58-34EE-4AEC-8089-DBE6615B8890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數位身分成功標準？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888A62-4FBF-4D4B-B65F-37FF0AED4982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資料越多越好　B 可驗證、少揭露、可補救　C 全部上鏈　D 永不撤銷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7AAE1F-B9EC-4BC8-ABE8-463BC9C2F7F8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D82135C-A972-4751-9453-C2A6AA04753B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830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答案：B。兼顧信任、隱私與救濟</a:t>
            </a:r>
          </a:p>
        </p:txBody>
      </p:sp>
    </p:spTree>
    <p:extLst>
      <p:ext uri="{BB962C8B-B14F-4D97-AF65-F5344CB8AC3E}">
        <p14:creationId xmlns:p14="http://schemas.microsoft.com/office/powerpoint/2010/main" val="4706101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Microsoft Office PowerPoint</Application>
  <DocSecurity>0</DocSecurity>
  <PresentationFormat>寬螢幕</PresentationFormat>
  <Paragraphs>465</Paragraphs>
  <Slides>33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6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桂珍 邱</cp:lastModifiedBy>
  <cp:revision>1</cp:revision>
  <dcterms:created xsi:type="dcterms:W3CDTF">2026-09-03T05:51:42Z</dcterms:created>
  <dcterms:modified xsi:type="dcterms:W3CDTF">2026-09-03T06:00:17Z</dcterms:modified>
</cp:coreProperties>
</file>
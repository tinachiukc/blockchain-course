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88781cab224b8d" /><Relationship Type="http://schemas.openxmlformats.org/officeDocument/2006/relationships/extended-properties" Target="/docProps/app.xml" Id="R5f86a578b1ec4da1" /><Relationship Type="http://schemas.openxmlformats.org/officeDocument/2006/relationships/officeDocument" Target="/ppt/presentation.xml" Id="Ra857e1714c4b4c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82480c8b8e42b5"/>
  </p:sldMasterIdLst>
  <p:notesMasterIdLst>
    <p:notesMasterId xmlns:r="http://schemas.openxmlformats.org/officeDocument/2006/relationships" r:id="R0785eeda45df4abf"/>
  </p:notesMasterIdLst>
  <p:sldIdLst>
    <p:sldId xmlns:r="http://schemas.openxmlformats.org/officeDocument/2006/relationships" id="256" r:id="Rd9850f3a68b642f0"/>
    <p:sldId xmlns:r="http://schemas.openxmlformats.org/officeDocument/2006/relationships" id="257" r:id="Rd407e3c50c5c4ee6"/>
    <p:sldId xmlns:r="http://schemas.openxmlformats.org/officeDocument/2006/relationships" id="258" r:id="Rd281722bab0e4065"/>
    <p:sldId xmlns:r="http://schemas.openxmlformats.org/officeDocument/2006/relationships" id="259" r:id="R8e862356b239419d"/>
    <p:sldId xmlns:r="http://schemas.openxmlformats.org/officeDocument/2006/relationships" id="260" r:id="Rae2b456872634996"/>
    <p:sldId xmlns:r="http://schemas.openxmlformats.org/officeDocument/2006/relationships" id="261" r:id="R65bc35a378764e92"/>
    <p:sldId xmlns:r="http://schemas.openxmlformats.org/officeDocument/2006/relationships" id="262" r:id="R22c0f259bbde41e2"/>
    <p:sldId xmlns:r="http://schemas.openxmlformats.org/officeDocument/2006/relationships" id="263" r:id="R1a27e085868a4461"/>
    <p:sldId xmlns:r="http://schemas.openxmlformats.org/officeDocument/2006/relationships" id="264" r:id="R7c6c3155c1494615"/>
    <p:sldId xmlns:r="http://schemas.openxmlformats.org/officeDocument/2006/relationships" id="265" r:id="Rb607be5e12284e91"/>
    <p:sldId xmlns:r="http://schemas.openxmlformats.org/officeDocument/2006/relationships" id="266" r:id="R3789fbb328d84210"/>
    <p:sldId xmlns:r="http://schemas.openxmlformats.org/officeDocument/2006/relationships" id="267" r:id="R1afc3e0f28f54474"/>
    <p:sldId xmlns:r="http://schemas.openxmlformats.org/officeDocument/2006/relationships" id="268" r:id="Rb9ae1030be484b08"/>
    <p:sldId xmlns:r="http://schemas.openxmlformats.org/officeDocument/2006/relationships" id="269" r:id="Ra900b5148379495c"/>
    <p:sldId xmlns:r="http://schemas.openxmlformats.org/officeDocument/2006/relationships" id="270" r:id="R096171bc9af54a77"/>
    <p:sldId xmlns:r="http://schemas.openxmlformats.org/officeDocument/2006/relationships" id="271" r:id="R7fff5772362845bd"/>
    <p:sldId xmlns:r="http://schemas.openxmlformats.org/officeDocument/2006/relationships" id="272" r:id="R0791d459dbef436a"/>
    <p:sldId xmlns:r="http://schemas.openxmlformats.org/officeDocument/2006/relationships" id="273" r:id="Rbd975b46ab34439e"/>
    <p:sldId xmlns:r="http://schemas.openxmlformats.org/officeDocument/2006/relationships" id="274" r:id="R22d1606ed0c14438"/>
    <p:sldId xmlns:r="http://schemas.openxmlformats.org/officeDocument/2006/relationships" id="275" r:id="R0e660f42a3a74355"/>
    <p:sldId xmlns:r="http://schemas.openxmlformats.org/officeDocument/2006/relationships" id="276" r:id="R5c85a517423640d5"/>
    <p:sldId xmlns:r="http://schemas.openxmlformats.org/officeDocument/2006/relationships" id="277" r:id="R04c8db67fb7f470e"/>
    <p:sldId xmlns:r="http://schemas.openxmlformats.org/officeDocument/2006/relationships" id="278" r:id="Rca5b9f5cca9543a8"/>
    <p:sldId xmlns:r="http://schemas.openxmlformats.org/officeDocument/2006/relationships" id="279" r:id="R9fcb8bd862274cbe"/>
    <p:sldId xmlns:r="http://schemas.openxmlformats.org/officeDocument/2006/relationships" id="280" r:id="Rfb139d296a6d4eb1"/>
    <p:sldId xmlns:r="http://schemas.openxmlformats.org/officeDocument/2006/relationships" id="281" r:id="R11308ea90c804435"/>
    <p:sldId xmlns:r="http://schemas.openxmlformats.org/officeDocument/2006/relationships" id="282" r:id="R816ca0e83c1c44be"/>
    <p:sldId xmlns:r="http://schemas.openxmlformats.org/officeDocument/2006/relationships" id="283" r:id="Ra230a6c0e7de4179"/>
    <p:sldId xmlns:r="http://schemas.openxmlformats.org/officeDocument/2006/relationships" id="284" r:id="R280f4bb243584b17"/>
    <p:sldId xmlns:r="http://schemas.openxmlformats.org/officeDocument/2006/relationships" id="285" r:id="Rb8bcf8bf7745486c"/>
    <p:sldId xmlns:r="http://schemas.openxmlformats.org/officeDocument/2006/relationships" id="286" r:id="R77fc970121144a16"/>
    <p:sldId xmlns:r="http://schemas.openxmlformats.org/officeDocument/2006/relationships" id="287" r:id="R6790bd7287c74ce0"/>
    <p:sldId xmlns:r="http://schemas.openxmlformats.org/officeDocument/2006/relationships" id="288" r:id="Rd7e4be840eb34a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b1916c0e4e4d90" /><Relationship Type="http://schemas.openxmlformats.org/officeDocument/2006/relationships/slideMaster" Target="/ppt/slideMasters/slideMaster1.xml" Id="R0182480c8b8e42b5" /><Relationship Type="http://schemas.openxmlformats.org/officeDocument/2006/relationships/notesMaster" Target="/ppt/notesMasters/notesMaster1.xml" Id="R0785eeda45df4abf" /><Relationship Type="http://schemas.openxmlformats.org/officeDocument/2006/relationships/presProps" Target="/ppt/presProps.xml" Id="R2c68870256154406" /><Relationship Type="http://schemas.openxmlformats.org/officeDocument/2006/relationships/tableStyles" Target="/ppt/tableStyles.xml" Id="R131267b461064cb8" /><Relationship Type="http://schemas.openxmlformats.org/officeDocument/2006/relationships/slide" Target="/ppt/slides/slide1.xml" Id="Rd9850f3a68b642f0" /><Relationship Type="http://schemas.openxmlformats.org/officeDocument/2006/relationships/slide" Target="/ppt/slides/slide2.xml" Id="Rd407e3c50c5c4ee6" /><Relationship Type="http://schemas.openxmlformats.org/officeDocument/2006/relationships/slide" Target="/ppt/slides/slide3.xml" Id="Rd281722bab0e4065" /><Relationship Type="http://schemas.openxmlformats.org/officeDocument/2006/relationships/slide" Target="/ppt/slides/slide4.xml" Id="R8e862356b239419d" /><Relationship Type="http://schemas.openxmlformats.org/officeDocument/2006/relationships/slide" Target="/ppt/slides/slide5.xml" Id="Rae2b456872634996" /><Relationship Type="http://schemas.openxmlformats.org/officeDocument/2006/relationships/slide" Target="/ppt/slides/slide6.xml" Id="R65bc35a378764e92" /><Relationship Type="http://schemas.openxmlformats.org/officeDocument/2006/relationships/slide" Target="/ppt/slides/slide7.xml" Id="R22c0f259bbde41e2" /><Relationship Type="http://schemas.openxmlformats.org/officeDocument/2006/relationships/slide" Target="/ppt/slides/slide8.xml" Id="R1a27e085868a4461" /><Relationship Type="http://schemas.openxmlformats.org/officeDocument/2006/relationships/slide" Target="/ppt/slides/slide9.xml" Id="R7c6c3155c1494615" /><Relationship Type="http://schemas.openxmlformats.org/officeDocument/2006/relationships/slide" Target="/ppt/slides/slide10.xml" Id="Rb607be5e12284e91" /><Relationship Type="http://schemas.openxmlformats.org/officeDocument/2006/relationships/slide" Target="/ppt/slides/slide11.xml" Id="R3789fbb328d84210" /><Relationship Type="http://schemas.openxmlformats.org/officeDocument/2006/relationships/slide" Target="/ppt/slides/slide12.xml" Id="R1afc3e0f28f54474" /><Relationship Type="http://schemas.openxmlformats.org/officeDocument/2006/relationships/slide" Target="/ppt/slides/slide13.xml" Id="Rb9ae1030be484b08" /><Relationship Type="http://schemas.openxmlformats.org/officeDocument/2006/relationships/slide" Target="/ppt/slides/slide14.xml" Id="Ra900b5148379495c" /><Relationship Type="http://schemas.openxmlformats.org/officeDocument/2006/relationships/slide" Target="/ppt/slides/slide15.xml" Id="R096171bc9af54a77" /><Relationship Type="http://schemas.openxmlformats.org/officeDocument/2006/relationships/slide" Target="/ppt/slides/slide16.xml" Id="R7fff5772362845bd" /><Relationship Type="http://schemas.openxmlformats.org/officeDocument/2006/relationships/slide" Target="/ppt/slides/slide17.xml" Id="R0791d459dbef436a" /><Relationship Type="http://schemas.openxmlformats.org/officeDocument/2006/relationships/slide" Target="/ppt/slides/slide18.xml" Id="Rbd975b46ab34439e" /><Relationship Type="http://schemas.openxmlformats.org/officeDocument/2006/relationships/slide" Target="/ppt/slides/slide19.xml" Id="R22d1606ed0c14438" /><Relationship Type="http://schemas.openxmlformats.org/officeDocument/2006/relationships/slide" Target="/ppt/slides/slide20.xml" Id="R0e660f42a3a74355" /><Relationship Type="http://schemas.openxmlformats.org/officeDocument/2006/relationships/slide" Target="/ppt/slides/slide21.xml" Id="R5c85a517423640d5" /><Relationship Type="http://schemas.openxmlformats.org/officeDocument/2006/relationships/slide" Target="/ppt/slides/slide22.xml" Id="R04c8db67fb7f470e" /><Relationship Type="http://schemas.openxmlformats.org/officeDocument/2006/relationships/slide" Target="/ppt/slides/slide23.xml" Id="Rca5b9f5cca9543a8" /><Relationship Type="http://schemas.openxmlformats.org/officeDocument/2006/relationships/slide" Target="/ppt/slides/slide24.xml" Id="R9fcb8bd862274cbe" /><Relationship Type="http://schemas.openxmlformats.org/officeDocument/2006/relationships/slide" Target="/ppt/slides/slide25.xml" Id="Rfb139d296a6d4eb1" /><Relationship Type="http://schemas.openxmlformats.org/officeDocument/2006/relationships/slide" Target="/ppt/slides/slide26.xml" Id="R11308ea90c804435" /><Relationship Type="http://schemas.openxmlformats.org/officeDocument/2006/relationships/slide" Target="/ppt/slides/slide27.xml" Id="R816ca0e83c1c44be" /><Relationship Type="http://schemas.openxmlformats.org/officeDocument/2006/relationships/slide" Target="/ppt/slides/slide28.xml" Id="Ra230a6c0e7de4179" /><Relationship Type="http://schemas.openxmlformats.org/officeDocument/2006/relationships/slide" Target="/ppt/slides/slide29.xml" Id="R280f4bb243584b17" /><Relationship Type="http://schemas.openxmlformats.org/officeDocument/2006/relationships/slide" Target="/ppt/slides/slide30.xml" Id="Rb8bcf8bf7745486c" /><Relationship Type="http://schemas.openxmlformats.org/officeDocument/2006/relationships/slide" Target="/ppt/slides/slide31.xml" Id="R77fc970121144a16" /><Relationship Type="http://schemas.openxmlformats.org/officeDocument/2006/relationships/slide" Target="/ppt/slides/slide32.xml" Id="R6790bd7287c74ce0" /><Relationship Type="http://schemas.openxmlformats.org/officeDocument/2006/relationships/slide" Target="/ppt/slides/slide33.xml" Id="Rd7e4be840eb34a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ac89538fc246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6ad377daaa49db" /><Relationship Type="http://schemas.openxmlformats.org/officeDocument/2006/relationships/notesMaster" Target="/ppt/notesMasters/notesMaster1.xml" Id="R2a35ac664c3b48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48b729c86a4874" /><Relationship Type="http://schemas.openxmlformats.org/officeDocument/2006/relationships/notesMaster" Target="/ppt/notesMasters/notesMaster1.xml" Id="Re8340c2847144a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8170a7ca6642a7" /><Relationship Type="http://schemas.openxmlformats.org/officeDocument/2006/relationships/notesMaster" Target="/ppt/notesMasters/notesMaster1.xml" Id="Rd6fa15800fbe42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f78d739e034c4b" /><Relationship Type="http://schemas.openxmlformats.org/officeDocument/2006/relationships/notesMaster" Target="/ppt/notesMasters/notesMaster1.xml" Id="R41ce33a598de40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c0b42b02e04aae" /><Relationship Type="http://schemas.openxmlformats.org/officeDocument/2006/relationships/notesMaster" Target="/ppt/notesMasters/notesMaster1.xml" Id="Ra5316b6d56384b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b6ed751bd44b89" /><Relationship Type="http://schemas.openxmlformats.org/officeDocument/2006/relationships/notesMaster" Target="/ppt/notesMasters/notesMaster1.xml" Id="R84f6c540d1c840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6305f127244b77" /><Relationship Type="http://schemas.openxmlformats.org/officeDocument/2006/relationships/notesMaster" Target="/ppt/notesMasters/notesMaster1.xml" Id="R50418af6de2341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c501c8f4d34c45" /><Relationship Type="http://schemas.openxmlformats.org/officeDocument/2006/relationships/notesMaster" Target="/ppt/notesMasters/notesMaster1.xml" Id="Ra92d901538d247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8c86fe3106445f" /><Relationship Type="http://schemas.openxmlformats.org/officeDocument/2006/relationships/notesMaster" Target="/ppt/notesMasters/notesMaster1.xml" Id="R998ec9071cb044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50d9c2fe1e4968" /><Relationship Type="http://schemas.openxmlformats.org/officeDocument/2006/relationships/notesMaster" Target="/ppt/notesMasters/notesMaster1.xml" Id="R99fe187a5d7f4c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44d8bd48d94ae9" /><Relationship Type="http://schemas.openxmlformats.org/officeDocument/2006/relationships/notesMaster" Target="/ppt/notesMasters/notesMaster1.xml" Id="Rc4c45a86318349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eb22fd1ecb462c" /><Relationship Type="http://schemas.openxmlformats.org/officeDocument/2006/relationships/notesMaster" Target="/ppt/notesMasters/notesMaster1.xml" Id="Raecb68aac2fc4c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d91e1cb28b4620" /><Relationship Type="http://schemas.openxmlformats.org/officeDocument/2006/relationships/notesMaster" Target="/ppt/notesMasters/notesMaster1.xml" Id="Re23ee41b301040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6e074530ef4daf" /><Relationship Type="http://schemas.openxmlformats.org/officeDocument/2006/relationships/notesMaster" Target="/ppt/notesMasters/notesMaster1.xml" Id="R22008832b71a41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4b628820f6478c" /><Relationship Type="http://schemas.openxmlformats.org/officeDocument/2006/relationships/notesMaster" Target="/ppt/notesMasters/notesMaster1.xml" Id="R98b319e4c14c46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39678082d847d4" /><Relationship Type="http://schemas.openxmlformats.org/officeDocument/2006/relationships/notesMaster" Target="/ppt/notesMasters/notesMaster1.xml" Id="Rd1bd88b5817a48e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2c84ba3b00a4067" /><Relationship Type="http://schemas.openxmlformats.org/officeDocument/2006/relationships/notesMaster" Target="/ppt/notesMasters/notesMaster1.xml" Id="R950fa4b305064a0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8eca0853f54471" /><Relationship Type="http://schemas.openxmlformats.org/officeDocument/2006/relationships/notesMaster" Target="/ppt/notesMasters/notesMaster1.xml" Id="R9622cba0828340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ae4bdc5de94462" /><Relationship Type="http://schemas.openxmlformats.org/officeDocument/2006/relationships/notesMaster" Target="/ppt/notesMasters/notesMaster1.xml" Id="R09f867745c9144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aff070d1414b11" /><Relationship Type="http://schemas.openxmlformats.org/officeDocument/2006/relationships/notesMaster" Target="/ppt/notesMasters/notesMaster1.xml" Id="R63f5949e4c2844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759fbeb73914de9" /><Relationship Type="http://schemas.openxmlformats.org/officeDocument/2006/relationships/notesMaster" Target="/ppt/notesMasters/notesMaster1.xml" Id="R4397281a9e9248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6169c12b5314980" /><Relationship Type="http://schemas.openxmlformats.org/officeDocument/2006/relationships/notesMaster" Target="/ppt/notesMasters/notesMaster1.xml" Id="R957dba7325ba4f3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b58a5c6e57f411a" /><Relationship Type="http://schemas.openxmlformats.org/officeDocument/2006/relationships/notesMaster" Target="/ppt/notesMasters/notesMaster1.xml" Id="Rf2fc0d5d34ab4a1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2bb61eaa10f48ba" /><Relationship Type="http://schemas.openxmlformats.org/officeDocument/2006/relationships/notesMaster" Target="/ppt/notesMasters/notesMaster1.xml" Id="R4e7a19bf1cae4db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4b5e634f8684ea3" /><Relationship Type="http://schemas.openxmlformats.org/officeDocument/2006/relationships/notesMaster" Target="/ppt/notesMasters/notesMaster1.xml" Id="R626a1853cc49460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84a02f8e9d46f6" /><Relationship Type="http://schemas.openxmlformats.org/officeDocument/2006/relationships/notesMaster" Target="/ppt/notesMasters/notesMaster1.xml" Id="Re76a1367d4b34c3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cd5f14445b645bc" /><Relationship Type="http://schemas.openxmlformats.org/officeDocument/2006/relationships/notesMaster" Target="/ppt/notesMasters/notesMaster1.xml" Id="R4035cecf70404c6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ef5943cf37f444d" /><Relationship Type="http://schemas.openxmlformats.org/officeDocument/2006/relationships/notesMaster" Target="/ppt/notesMasters/notesMaster1.xml" Id="R2df5e2750a10483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0de79a4da17418a" /><Relationship Type="http://schemas.openxmlformats.org/officeDocument/2006/relationships/notesMaster" Target="/ppt/notesMasters/notesMaster1.xml" Id="R3e1e393b72c1431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fda46005a964bba" /><Relationship Type="http://schemas.openxmlformats.org/officeDocument/2006/relationships/notesMaster" Target="/ppt/notesMasters/notesMaster1.xml" Id="Redb01d797d0b400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bbd5bb4846846fb" /><Relationship Type="http://schemas.openxmlformats.org/officeDocument/2006/relationships/notesMaster" Target="/ppt/notesMasters/notesMaster1.xml" Id="R74493d3ec277464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02905aadf554c81" /><Relationship Type="http://schemas.openxmlformats.org/officeDocument/2006/relationships/notesMaster" Target="/ppt/notesMasters/notesMaster1.xml" Id="Raf631c1eb458401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022dc8a706b4b27" /><Relationship Type="http://schemas.openxmlformats.org/officeDocument/2006/relationships/notesMaster" Target="/ppt/notesMasters/notesMaster1.xml" Id="Ra44c2f137f554f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以舊教材的金融與產業案例為基礎，改用問題、價值、條件與風險四個角度盤點。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分類依解決的管理問題，而不是只按產業名稱列舉。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速度不是唯一價值；流動性、確認時間與對帳成本同樣重要。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取代舊教材早期JPM Coin描述，更新至2026年Kinexys與Base上的存款代幣架構。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https://www.jpmorgan.com/kinexys/digital-payments/jpm-coin</a:t>
            </a:r>
          </a:p>
          <a:p xmlns:a="http://schemas.openxmlformats.org/drawingml/2006/main">
            <a:r>
              <a:t>- https://www.jpmorgan.com/payments/newsroom/kinexys-milestones-2026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刪除舊教材將Wise直接視為區塊鏈匯款案例的說法；改善跨境支付需要整體制度協調。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本週先建立分類；貨幣性、儲備、贖回與法規留待數位貨幣單元深化。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https://www.bis.org/media-releases/20250624-next-generation-monetary-and-financial-system-takes-shape-based-tokenised-unified-ledger-bis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修正舊教材把交易、清算、結算混為一談的描述。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https://www.jpmorgan.com/kinexys/digital-financing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保留Barclays貿易融資主題，但不沿用未核實的固定縮時數字。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保留台灣保險聯盟案例的流程觀念；敏感資料宜採最小揭露與鏈下保存。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以數位融資與repo說明，避免把所有借貸都混成無擔保DeFi。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https://www.jpmorgan.com/kinexys/digital-financing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取代舊教材只強調發行與交易流動性的ICO視角。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刪除舊教材把Security Token簡化為新型籌資工具的描述。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ICO可作歷史案例，但不再是當代金融應用的主軸。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https://www.bis.org/media-releases/20250624-next-generation-monetary-and-financial-system-takes-shape-based-tokenised-unified-ledger-bis</a:t>
            </a:r>
          </a:p>
          <a:p xmlns:a="http://schemas.openxmlformats.org/drawingml/2006/main">
            <a:r>
              <a:t>- https://www.jpmorgan.com/kinexys/content-hub/kinexys-powers-finance-public-private-chains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保留食品、藥品、鑽石與黃金溯源主題，加入oracle與實體對應風險。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區塊鏈保護的是紀錄歷史，不是直接保護鑽石、黃金或疫苗本體。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延續舊教材的電子單據、物流監管與函證主題。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把舊教材『證件都存在區塊鏈上』更新為憑證證明與最小揭露觀念。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修正舊教材把病歷直接存上鏈即可更安全快速的過度簡化。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保留智慧版權主題，移除『不可造假即可完全保護版權』的推論。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本課不教程式設計；只學會辨識自動化邊界。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價值必須能轉成成本、時間、風險或客戶體驗的改善。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避免只比較鏈上單筆交易費，忽略整體營運成本。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以官方專案資料更新舊案例；2026年Release 1已上線，但不應把目前方案簡化為原來的區塊鏈計畫。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https://www.asx.com.au/markets/clearing-and-settlement-services/chess-project</a:t>
            </a:r>
          </a:p>
          <a:p xmlns:a="http://schemas.openxmlformats.org/drawingml/2006/main">
            <a:r>
              <a:t>- https://www.asx.com.au/content/dam/asx/about/media-releases/2023/70-20-november-2023-chess-replacement-solution-announced-and-2024-consultation.pdf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不是所有區塊鏈專案都應把資料內容直接寫入鏈上。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金融應用不能把治理留到事故後才決定。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解釋為何許多試點沒有變成正式產品。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承接舊教材疫苗冷鏈案例，讓學生先比較替代方案再選技術。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技術選擇應比較可行替代方案，而非只證明區塊鏈做得到。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9bd2a1724c4b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b4ded377944df5" /><Relationship Type="http://schemas.openxmlformats.org/officeDocument/2006/relationships/slideLayout" Target="/ppt/slideLayouts/slideLayout1.xml" Id="Rac3e94747f3148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3e94747f3148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c7c18b24c414a" /><Relationship Type="http://schemas.openxmlformats.org/officeDocument/2006/relationships/notesSlide" Target="/ppt/notesSlides/notesSlide1.xml" Id="Re4fa2cabdcfe4a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3cedbf76849d2" /><Relationship Type="http://schemas.openxmlformats.org/officeDocument/2006/relationships/notesSlide" Target="/ppt/notesSlides/notesSlide2.xml" Id="Re585b69f28a945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8fd8a83514f7f" /><Relationship Type="http://schemas.openxmlformats.org/officeDocument/2006/relationships/notesSlide" Target="/ppt/notesSlides/notesSlide3.xml" Id="R69d445342e234a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968f672e746d9" /><Relationship Type="http://schemas.openxmlformats.org/officeDocument/2006/relationships/notesSlide" Target="/ppt/notesSlides/notesSlide4.xml" Id="R49d044b6c61e42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68f998cf14438" /><Relationship Type="http://schemas.openxmlformats.org/officeDocument/2006/relationships/notesSlide" Target="/ppt/notesSlides/notesSlide5.xml" Id="R6d0dc58898dc4e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995db6de44818" /><Relationship Type="http://schemas.openxmlformats.org/officeDocument/2006/relationships/notesSlide" Target="/ppt/notesSlides/notesSlide6.xml" Id="R02744c613e574a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0452ae20543c6" /><Relationship Type="http://schemas.openxmlformats.org/officeDocument/2006/relationships/notesSlide" Target="/ppt/notesSlides/notesSlide7.xml" Id="R5da7186a0a9347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b89b3c6c34442" /><Relationship Type="http://schemas.openxmlformats.org/officeDocument/2006/relationships/notesSlide" Target="/ppt/notesSlides/notesSlide8.xml" Id="Rea69100db6aa4f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702f0482d4544" /><Relationship Type="http://schemas.openxmlformats.org/officeDocument/2006/relationships/notesSlide" Target="/ppt/notesSlides/notesSlide9.xml" Id="R55383552961949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82e904cb94f6c" /><Relationship Type="http://schemas.openxmlformats.org/officeDocument/2006/relationships/notesSlide" Target="/ppt/notesSlides/notesSlide10.xml" Id="R1b2416c8b1b94c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2a78be82143da" /><Relationship Type="http://schemas.openxmlformats.org/officeDocument/2006/relationships/notesSlide" Target="/ppt/notesSlides/notesSlide11.xml" Id="R3778d85ccbfd49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42cc584734b1e" /><Relationship Type="http://schemas.openxmlformats.org/officeDocument/2006/relationships/notesSlide" Target="/ppt/notesSlides/notesSlide12.xml" Id="Ra85739d54af743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5db9b45a246e9" /><Relationship Type="http://schemas.openxmlformats.org/officeDocument/2006/relationships/notesSlide" Target="/ppt/notesSlides/notesSlide13.xml" Id="R1e687a40d4dd4d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56b3c5f524896" /><Relationship Type="http://schemas.openxmlformats.org/officeDocument/2006/relationships/notesSlide" Target="/ppt/notesSlides/notesSlide14.xml" Id="R69c397600f18481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8a13aaf8a4cc2" /><Relationship Type="http://schemas.openxmlformats.org/officeDocument/2006/relationships/notesSlide" Target="/ppt/notesSlides/notesSlide15.xml" Id="R405d10f0cbc34f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eb9add6d045f7" /><Relationship Type="http://schemas.openxmlformats.org/officeDocument/2006/relationships/notesSlide" Target="/ppt/notesSlides/notesSlide16.xml" Id="R023431ddd1624d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dd6df81a346be" /><Relationship Type="http://schemas.openxmlformats.org/officeDocument/2006/relationships/notesSlide" Target="/ppt/notesSlides/notesSlide17.xml" Id="R0076ecd6fea044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a56359f354d4f" /><Relationship Type="http://schemas.openxmlformats.org/officeDocument/2006/relationships/notesSlide" Target="/ppt/notesSlides/notesSlide18.xml" Id="R4100cc64ed104d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281af0b7e4beb" /><Relationship Type="http://schemas.openxmlformats.org/officeDocument/2006/relationships/notesSlide" Target="/ppt/notesSlides/notesSlide19.xml" Id="Re3fb3ed2d0314f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5e791c025484c" /><Relationship Type="http://schemas.openxmlformats.org/officeDocument/2006/relationships/notesSlide" Target="/ppt/notesSlides/notesSlide20.xml" Id="R442c733eac99484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5dcacda854986" /><Relationship Type="http://schemas.openxmlformats.org/officeDocument/2006/relationships/notesSlide" Target="/ppt/notesSlides/notesSlide21.xml" Id="R96ddc98dbe93443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e338b319643da" /><Relationship Type="http://schemas.openxmlformats.org/officeDocument/2006/relationships/notesSlide" Target="/ppt/notesSlides/notesSlide22.xml" Id="Rfdd7d847346640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fab05f9de4a4a" /><Relationship Type="http://schemas.openxmlformats.org/officeDocument/2006/relationships/notesSlide" Target="/ppt/notesSlides/notesSlide23.xml" Id="Re0a2acaa80cc4f9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10dc9ea114ee9" /><Relationship Type="http://schemas.openxmlformats.org/officeDocument/2006/relationships/notesSlide" Target="/ppt/notesSlides/notesSlide24.xml" Id="Rcb444c31c03148f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22de096ed43af" /><Relationship Type="http://schemas.openxmlformats.org/officeDocument/2006/relationships/notesSlide" Target="/ppt/notesSlides/notesSlide25.xml" Id="R40ce7beba843402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2c99bcd4148cc" /><Relationship Type="http://schemas.openxmlformats.org/officeDocument/2006/relationships/notesSlide" Target="/ppt/notesSlides/notesSlide26.xml" Id="R5bbe31a97ed342e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5804f10e44428" /><Relationship Type="http://schemas.openxmlformats.org/officeDocument/2006/relationships/notesSlide" Target="/ppt/notesSlides/notesSlide27.xml" Id="R17f22805fac747e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ff8ec118b4c65" /><Relationship Type="http://schemas.openxmlformats.org/officeDocument/2006/relationships/notesSlide" Target="/ppt/notesSlides/notesSlide28.xml" Id="R8d1cad80bcdd491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3ea6127cb46d6" /><Relationship Type="http://schemas.openxmlformats.org/officeDocument/2006/relationships/notesSlide" Target="/ppt/notesSlides/notesSlide29.xml" Id="Rf68abf109a7a4e5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29c855be94d4c" /><Relationship Type="http://schemas.openxmlformats.org/officeDocument/2006/relationships/notesSlide" Target="/ppt/notesSlides/notesSlide30.xml" Id="R020b81e34c8449b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b137506d048bb" /><Relationship Type="http://schemas.openxmlformats.org/officeDocument/2006/relationships/notesSlide" Target="/ppt/notesSlides/notesSlide31.xml" Id="R2d2d8d07f7c6431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f4bfdc28944f9" /><Relationship Type="http://schemas.openxmlformats.org/officeDocument/2006/relationships/notesSlide" Target="/ppt/notesSlides/notesSlide32.xml" Id="Rae2ebb1e65ed40d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f8c05e66b41d6" /><Relationship Type="http://schemas.openxmlformats.org/officeDocument/2006/relationships/notesSlide" Target="/ppt/notesSlides/notesSlide33.xml" Id="R2319ee27e51f48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FF070-BF1D-4DCF-95CF-827D55DF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8865D-9A21-42FB-961E-084DADF8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Week 4</a:t>
            </a:r>
          </a:p>
          <a:p xmlns:a="http://schemas.openxmlformats.org/drawingml/2006/main">
            <a:pPr algn="l">
              <a:def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9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區塊鏈的應用類型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B2D1D-7B03-4FBF-B44C-B6BBDAF1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1962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從金融交易到實體資產：價值、限制與選擇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E6CA2-99C0-4EE0-A935-A6844D3A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第一節：金融應用如何創造價值</a:t>
            </a:r>
          </a:p>
        </p:txBody>
      </p:sp>
    </p:spTree>
    <p:extLst>
      <p:ext uri="{BB962C8B-B14F-4D97-AF65-F5344CB8AC3E}">
        <p14:creationId xmlns:p14="http://schemas.microsoft.com/office/powerpoint/2010/main" val="9553546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2869F-D00A-4907-A00F-EB2DFD53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A146E-E564-41DC-B395-C490744F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區塊鏈應用可分成四種核心價值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B4AFF-DF27-450B-8783-0830BA8A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44C18-9134-47D6-8927-121B1606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47836-5DD3-4222-A42F-458A3E87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7A52B-FC80-42A2-990A-B52525D5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6976F-C20C-4BF8-80F2-2E28F102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移轉價值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A0F15-15AD-4AD0-A65B-570CDE64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支付、匯兌、結算與擔保品移轉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CF95A-3669-4D03-8C8E-950B2406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411CB-553D-4B99-B2FC-01EE21CC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表徵資產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91E6E-2440-4B64-81C4-11856037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把權利、證券或憑證轉成鏈上代幣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FC1E4-6998-4772-9C10-730EE13F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E0F5D-D4BF-4BA2-9856-1A4902D0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協調流程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A08A3-182B-4EF2-8CF6-E17F07A0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多方共享狀態並自動執行條件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509B8-84FD-4E27-8E77-F748AB73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07534-3D14-4737-95E1-B9DC47C3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驗證來源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FF124-7F83-4944-A947-800417AD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追蹤商品、文件、身分與事件歷史</a:t>
            </a:r>
          </a:p>
        </p:txBody>
      </p:sp>
    </p:spTree>
    <p:extLst>
      <p:ext uri="{BB962C8B-B14F-4D97-AF65-F5344CB8AC3E}">
        <p14:creationId xmlns:p14="http://schemas.microsoft.com/office/powerpoint/2010/main" val="754257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3EF75-D638-4975-99CC-AB1F5C0E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1CE25-BE7E-4F49-826C-8D5E94D3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支付應用的價值在共享狀態與延長作業時間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99AC9-BBFD-4D0E-B89F-A5B9D355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B1428-E128-4526-B251-DAD0C70A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1C619-9A3F-4270-B0D4-7FD1D2C2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EA387-3544-496D-89F2-090516D9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67E56-1B07-4A60-BCAB-5B1BF914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CC1BD-53A1-48CD-974F-C9D1B3AB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傳統摩擦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BBFC2-35A0-400E-894A-87E169C8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跨機構訊息分散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時區與營業時間限制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預先準備流動性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付款與對帳分離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A5008-ABDA-4298-AFF7-3B34A49E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鏈上可能改善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21AB1-1D33-498B-AA9C-CF27B3AB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共享付款狀態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接近即時確認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可程式化條件付款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支付、結算與對帳更緊密</a:t>
            </a:r>
          </a:p>
        </p:txBody>
      </p:sp>
    </p:spTree>
    <p:extLst>
      <p:ext uri="{BB962C8B-B14F-4D97-AF65-F5344CB8AC3E}">
        <p14:creationId xmlns:p14="http://schemas.microsoft.com/office/powerpoint/2010/main" val="16383861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DFB54-54D9-4E94-97AC-D2D0DF93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08180-4AB9-43E9-BF79-2BF6CAA4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JPM Coin已從概念走向機構級存款代幣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B7D7E-B141-45DD-943A-7A5A0E82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E0990-3192-419F-BFBE-96C43379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05E64-59FB-4A86-9AB9-A4BB6EDA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908D1-1C16-4F8F-AFB9-2C52A082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BA33D-930C-4486-BDA2-11D923C4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89165-E25F-4855-A8A6-1C928A17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它是什麼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8280D-2755-490F-AD15-3C59EA80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由銀行發行的美元存款代幣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服務經核准的機構客戶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支援付款、流動性與擔保品用途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1ED4E-0BE6-4695-848D-68FE2A74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為何值得觀察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B2ACC-3889-4E96-B565-348DBA40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以銀行存款為負債基礎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結合公有鏈基礎設施與准入控制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展示傳統金融與鏈上市場的連接</a:t>
            </a:r>
          </a:p>
        </p:txBody>
      </p:sp>
    </p:spTree>
    <p:extLst>
      <p:ext uri="{BB962C8B-B14F-4D97-AF65-F5344CB8AC3E}">
        <p14:creationId xmlns:p14="http://schemas.microsoft.com/office/powerpoint/2010/main" val="220013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F7FF5-80E6-4FA9-B4B9-36737051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6FC00-93FC-4C8C-BA7A-F11DAC17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跨境支付不只換技術，也要處理貨幣與合規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F4761-96CA-48CF-97CA-D5E7735B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0BD31-4DB5-4E62-8600-5170A5FA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6EEF6-AB83-424A-BFC3-1F17E0E6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9A8C7-697D-4370-A353-DD5B6D2A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7CB3D-B595-44FC-BF2F-231AC264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支付訊息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B89FD-B04F-4833-A195-876EE93F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付款人、收款人與用途資料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21D58-5347-42F5-80C1-62B960E0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F008C-8968-4127-A397-34475855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資金移轉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0D302-3B30-4ED1-93B6-087ADA6F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兩種貨幣與不同銀行負債的交換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C39A7-55BA-4EAA-94C6-2F1CC7DE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BB88E-074F-4358-B17E-4C543C2D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流動性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4F6C7-FB6F-439D-99B5-AA78E1B6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何時備妥資金及匯率風險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4A1DC-B9AC-45B6-A794-55BBA6DC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DF15B-CFE2-480A-9A00-493D6DF9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合規責任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66781-EC7A-4A0B-90F8-E8FC68CE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KYC、AML、制裁與資料要求</a:t>
            </a:r>
          </a:p>
        </p:txBody>
      </p:sp>
    </p:spTree>
    <p:extLst>
      <p:ext uri="{BB962C8B-B14F-4D97-AF65-F5344CB8AC3E}">
        <p14:creationId xmlns:p14="http://schemas.microsoft.com/office/powerpoint/2010/main" val="18108610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C9C05-963B-43BE-A108-22A032B3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704BF-8F64-4781-8520-8BEAE74E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穩定幣、存款代幣與CBDC代表不同債權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A18FC-CA1B-49F0-B37A-753872DB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5263F-8245-437C-A7FA-6331D18A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71DD3-759C-4FEB-BB75-78A5D544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CA684-C579-4B96-A241-A7E87F58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04552-0318-4960-8918-43FFD5F4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穩定幣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7A72E-D4EE-420F-BB75-7035A7F2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對私人發行機構或儲備安排的請求權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F0214-1A23-4F17-B5FD-FB1E6F1A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C6AAD-CB3F-493E-89DA-AEC63891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存款代幣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B1F95-3C40-4FEF-A0E0-C1E1545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對商業銀行存款的數位表徵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EE20F-F065-45DF-AD60-450C0D69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A9CE9-4CA3-4BB3-9D0D-8401DDBB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CBDC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6E74D4-7373-4693-B136-E0811C78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對中央銀行的數位請求權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BECDC-424F-4144-98A7-A51D9219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B6315-661B-460E-BA4F-32399E65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原生加密資產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5C4F4-A6CA-4FAC-940A-8CE2722A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通常不是對發行人的可贖回債權</a:t>
            </a:r>
          </a:p>
        </p:txBody>
      </p:sp>
    </p:spTree>
    <p:extLst>
      <p:ext uri="{BB962C8B-B14F-4D97-AF65-F5344CB8AC3E}">
        <p14:creationId xmlns:p14="http://schemas.microsoft.com/office/powerpoint/2010/main" val="549430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BFABC-5069-4386-86E4-EF45C0B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E9D63-18EC-4665-AD97-C5307951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證券結算最關心款與券能否同步完成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FC27B-ECFE-4BDF-8C4B-11FC6101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ED539-81AE-4922-8D82-247A4DF7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020C6-CF7A-444D-B241-A088764E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AF2F2-034E-4C34-9013-702748D2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DvP：券款對付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AE583-CD36-43FE-9E99-233FB69A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資產交付只有在付款完成時才生效，減少一方已交付、另一方未履約的本金風險。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CA5A6-197F-4C8F-9E50-BB759207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40F93-58BC-4921-9322-731B0944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9698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區塊鏈的價值不是『交易後立即清算』口號，而是讓現金腿、資產腿與條件更緊密協調。</a:t>
            </a:r>
          </a:p>
        </p:txBody>
      </p:sp>
    </p:spTree>
    <p:extLst>
      <p:ext uri="{BB962C8B-B14F-4D97-AF65-F5344CB8AC3E}">
        <p14:creationId xmlns:p14="http://schemas.microsoft.com/office/powerpoint/2010/main" val="16233905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FA51C-9C34-4298-A408-E6CC758F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8E55A-8B80-4D1D-B8CB-ADBE8BB6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貿易融資適合從文件與狀態共享切入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AA323-199B-4F9A-9C13-7B68E421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12B36-8DD9-421D-AAF1-D6E5FA51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AD381-05D5-44E8-A2F3-754120C7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8769E-2C11-4460-8C8A-C8A3564E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C49DF-9901-42B0-8006-AA750286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D0CEB-4A3E-469B-805E-496FACC4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流程痛點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727B6-F064-479E-B1DB-F9E2504A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訂單、發票、提單與信用狀分散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銀行、買賣方、物流與海關重複核對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0E517-21D5-4891-A6B8-990E758F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可創造的價值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A3C64-C4B8-4CCC-917A-0267D52C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共享文件狀態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降低重複輸入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追蹤審核與背書歷程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付款條件可自動連動</a:t>
            </a:r>
          </a:p>
        </p:txBody>
      </p:sp>
    </p:spTree>
    <p:extLst>
      <p:ext uri="{BB962C8B-B14F-4D97-AF65-F5344CB8AC3E}">
        <p14:creationId xmlns:p14="http://schemas.microsoft.com/office/powerpoint/2010/main" val="1288451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9A483-B354-418D-902D-15DAC98C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1C028-234D-4A70-AB79-A93C558D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保險應用重點是資料協調，不是把病歷全部上鏈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1739C-B5CB-4E58-93E1-07B7F459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DDDEA-5E4B-4B04-AC9C-47E393D3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ED8D6-F8E0-45DA-BC0E-0BF6CE26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F9D8F-DCBA-45B6-A5AD-7A3300E9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CD0E7-96CA-4A09-B3FC-E47204A8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理賠通知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D6F71-43DF-4CE8-99E2-6440676E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一次提出並同步案件狀態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2FCEF-F690-42F6-938E-FC9887E4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BDCC30-6314-46FE-ADF5-AE0E023C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文件驗證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5EA3C-6D43-4409-94DB-B03E8807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確認醫療、事故與費用證明來源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A2C89-2696-417F-80EB-0E2A625D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06968-6E5B-4C4F-9122-717E61B2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重複理賠偵測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66483-EE72-458F-B091-27754C5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多家保險公司共享必要訊號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3689F-63A3-4E4E-8218-EEEE8B98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1116C-0062-40C9-9A92-EED3A032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條件付款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F0077-B89B-4831-8DBE-D756FF70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符合規則後觸發審核或給付</a:t>
            </a:r>
          </a:p>
        </p:txBody>
      </p:sp>
    </p:spTree>
    <p:extLst>
      <p:ext uri="{BB962C8B-B14F-4D97-AF65-F5344CB8AC3E}">
        <p14:creationId xmlns:p14="http://schemas.microsoft.com/office/powerpoint/2010/main" val="1718867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DB48E-8C3B-4FC5-A03A-DDCBE828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35801-50EF-4528-B1A2-362924AC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融資與擔保品應用，可縮短資產閒置時間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4C27B-EB5C-45DA-AD35-3FACC991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01BE6-AE09-44E6-A9DC-A7AA1F24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4｜第一節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ECAB7-1859-4F35-872B-ECC38DBD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27F9B-5F5D-4FBC-BC19-1E93BC97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62811-F09F-45BE-B89E-EFDD5427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3B230-57CF-44C4-BD71-C36E55B4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鏈上擔保品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A7A6D-0C03-44BC-AAE2-9010F32B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即時掌握權利狀態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設定質押與解押條件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降低重複設質風險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01C91-D30F-479F-A89F-D5753817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鏈上現金或存款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E2554-E1F0-48DE-B669-662587CC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支援近即時付款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可與資產交付原子連動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改善日內流動性管理</a:t>
            </a:r>
          </a:p>
        </p:txBody>
      </p:sp>
    </p:spTree>
    <p:extLst>
      <p:ext uri="{BB962C8B-B14F-4D97-AF65-F5344CB8AC3E}">
        <p14:creationId xmlns:p14="http://schemas.microsoft.com/office/powerpoint/2010/main" val="223085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1DB145-6F5C-4F2A-9676-34E0ED74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2E0DF-1B90-4E62-BBC5-0826E756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1C88F-3E2C-4056-9516-C142F5DF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7DA99-5EB5-4E39-9E52-4F027BE6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4｜第一節｜快問快答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BA260-3EF8-4F13-BD9F-02EBD774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25B6A-95FE-4D2C-B80C-817B4F88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69A94F-8577-4132-801B-93E7DCED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D1184-FDD3-4436-9D85-ED9F6133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56258-D172-4363-B28A-269AB32E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4｜第一節｜快問快答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1A418-4CBD-43C2-9FC8-1757F815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B8194-CB63-4C6E-A104-9BB6E7DA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支付鏈上化的價值不包含？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F5152-8B1F-4033-AECF-A5F79A21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共享狀態　B 延長作業時間　C 自動免除合規　D 減少對帳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2C47E-AB0E-4318-B499-C7082BEB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CC443-3F7C-4681-82F6-2D4ED92F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答案：C。合規責任仍存在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0812F-6945-4453-A059-A34B841E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JPM Coin在本課定位為？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83214-D09F-48CA-9878-AF43DF92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迷因幣　B 銀行存款代幣　C NFT　D 央行貨幣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F5C43-EA42-4B48-82FB-A674817B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7672A-F8B8-4918-8B90-FAA5B721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答案：B。表徵銀行存款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8449A-E191-481D-93F4-232B3390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DvP主要降低哪種風險？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D729DE-BF6A-4342-9758-78D6A77D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一方履約另一方未履約　B 天氣　C 行銷　D 人事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A01BD-1AC5-44B2-B8BC-7249E474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B8C49-F301-469D-8A1A-67FAADDF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答案：A。本金與交割風險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0D0C5-8305-49E0-A507-796A3C02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貿易融資適合共享什麼？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5AD56D-9B98-4BFA-B362-90309450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密碼　B 文件與流程狀態　C 所有個資　D 廣告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FB081-6F4C-4283-AF9C-6588A96F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A15CA-DA90-4A15-814E-7EE63AE2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答案：B。跨機構單據與狀態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5F89F2-24C7-42C0-8132-6EAE4867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保險病歷應全部公開上鏈嗎？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CEF96-35FB-4A45-8D85-1B3C621A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應該　B 不宜　C 愈多愈好　D 無需授權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9476BA-D575-4B38-B8FC-46609FD3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B8BB12-AF66-4D14-9A64-C178080F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答案：B。需最小揭露與隱私控制</a:t>
            </a:r>
          </a:p>
        </p:txBody>
      </p:sp>
    </p:spTree>
    <p:extLst>
      <p:ext uri="{BB962C8B-B14F-4D97-AF65-F5344CB8AC3E}">
        <p14:creationId xmlns:p14="http://schemas.microsoft.com/office/powerpoint/2010/main" val="16075103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01AF8-C683-40C4-8053-A01A11E1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91FE3-B6C5-411C-9F38-125F14B0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代幣化是把資產權利與流程表達在可程式化帳本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744AC-BAB6-466B-BA52-57416296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87A82-DA8C-42E7-B55D-620D08C1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D1137-3058-4F63-AA56-09834F84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C96C8-3353-4C11-998E-E61BB480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代幣不是資產本身的魔法複製品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174CE-43D2-48B6-9D28-941376A5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代幣代表何種權利、由誰發行、如何贖回，以及法律是否承認，決定它真正的經濟價值。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7A87A-854A-4EA5-B7E5-3A2A5A44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65D31-7795-4FCA-9CCB-F9D50386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技術可以移轉紀錄；權利效力、保管、估值與執行仍依賴制度。</a:t>
            </a:r>
          </a:p>
        </p:txBody>
      </p:sp>
    </p:spTree>
    <p:extLst>
      <p:ext uri="{BB962C8B-B14F-4D97-AF65-F5344CB8AC3E}">
        <p14:creationId xmlns:p14="http://schemas.microsoft.com/office/powerpoint/2010/main" val="14993825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AB34F-5C19-44F0-AEC0-9E6A4651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20102-202A-4340-94C2-14943C84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實體資產代幣化需要完整生命週期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DDCB2-60C8-40F3-960C-36A88F29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5ED8E-9311-48E9-88F7-0F68EAB3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038C2-1574-4F1D-A1FA-89BF1EFB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FA922-F54F-4E27-A41F-9899E91E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17E5D-C245-4B6D-88A1-0296F6B3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發行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02516-6C29-44DF-B81A-61F79889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確認資產、權利與代幣條款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BA701-8639-4A0D-B769-EC2517BE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0DA7A-6B06-43C4-97B4-35A17151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保管與登記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AB837-6DA4-4508-AFD0-45265D45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連結鏈上代幣與法律所有權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FE025-70C6-4255-85A9-B4C8CFA1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528C0-833B-46F1-B9F4-F4055581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交易與結算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83773-55D1-42B1-9C4C-4E2E1913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完成轉讓、付款與合規檢查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331C0-7EEA-4C5E-9C7E-C901274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ED01B-DF68-44C8-9BCC-624CD897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存續與贖回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FA2533-9032-4C2E-B3B9-7E445AED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配息、公司行動、到期及銷毀代幣</a:t>
            </a:r>
          </a:p>
        </p:txBody>
      </p:sp>
    </p:spTree>
    <p:extLst>
      <p:ext uri="{BB962C8B-B14F-4D97-AF65-F5344CB8AC3E}">
        <p14:creationId xmlns:p14="http://schemas.microsoft.com/office/powerpoint/2010/main" val="5873657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B1478-379E-4A73-B3B1-F4E3BE9A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6FB97-C860-4653-8529-C55A6F0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證券型代幣仍是證券，不因上鏈而免除規範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4715A-C827-4163-ACE0-42D17306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E540F-B740-4C39-8311-F8E9A5AE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20914-EB8F-4F2B-B601-6FBE1880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9E2CD-6469-46BD-8346-1F8A55F0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3532A-54A9-491B-B165-D7D9BAED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5CBF1-49F9-449D-8206-99D32863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可能改善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5BB56-3E28-46BC-B67C-5DB8A988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分割與自動化登記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延長市場作業時間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降低部分中介與對帳成本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38297-DD09-4A82-A662-5CD0719A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仍須處理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6E1EC-219E-4072-ABDE-F9C85097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投資人資格與資訊揭露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託管與資產隔離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市場操縱與流動性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公司行動與法律執行</a:t>
            </a:r>
          </a:p>
        </p:txBody>
      </p:sp>
    </p:spTree>
    <p:extLst>
      <p:ext uri="{BB962C8B-B14F-4D97-AF65-F5344CB8AC3E}">
        <p14:creationId xmlns:p14="http://schemas.microsoft.com/office/powerpoint/2010/main" val="4890060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A62E6-3669-487C-AF71-9829B1F3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8A293-DC06-490F-B099-1A762726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2026年的焦點已從ICO轉向機構級資產代幣化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D0ADC-85DC-423B-A5DE-37A69356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DF905-AB9F-4425-BA2B-7901C14B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CD1AE-6F85-4B54-B631-D9FB3E30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6C43C-C5C7-483C-94B7-185C01D3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7E21F-3A47-499D-9146-D440F63A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政府債券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EFFE7-F628-4BFB-B35D-5E1F6674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作為高品質鏈上資產與擔保品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A2AFF-316F-448E-8E8D-FD2470E5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4998F-C06B-4DCD-A5FB-82EC9968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貨幣市場基金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5A0633-9BB3-4E57-A8B3-0BF5091B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支援申贖、移轉與流動性管理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F3C2CA-9698-4EC1-A72F-3A84BED6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7A1EF-DA04-454A-A3D3-8561A404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銀行存款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8F7612-2437-429C-86D5-DBF8FD9C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作為受監管的鏈上現金工具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7D215-6616-476D-A171-CDED4F8C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F98A1-D587-4195-9452-D11FB6E9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擔保品與repo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78932-FA5B-4E49-B6A9-9B82B5E7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支援DvP與日內融資</a:t>
            </a:r>
          </a:p>
        </p:txBody>
      </p:sp>
    </p:spTree>
    <p:extLst>
      <p:ext uri="{BB962C8B-B14F-4D97-AF65-F5344CB8AC3E}">
        <p14:creationId xmlns:p14="http://schemas.microsoft.com/office/powerpoint/2010/main" val="1079473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9A572-142E-4C46-8D88-C0BBDFFB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49ABB-7F20-41EF-A2CC-43DD4FCA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供應鏈溯源的價值，在多方共同保存事件證據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57DC8-A968-4F75-8AAC-A1BD6F4F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310DB-FB7A-4754-AD09-3AE8FDF0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FC734-B0DB-43D4-8431-ACE6E96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F6D35-6757-446C-9EF8-E214FD15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4372E-1F05-4216-AA5A-9A451A50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6A5E8-122A-4005-ABEF-E83669DA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可記錄的事件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B1637-456A-4A57-A8AF-9B86C84A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生產批次與來源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檢驗與認證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運輸交接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溫度或環境資料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1C01B-A567-4F59-80DB-8555C903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必須避免的誤解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A93D9-15BB-4181-BB02-0FF640DF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上鏈不會自動證明輸入真實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標籤仍可能被調包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感測器可能故障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參與者可能故意漏報</a:t>
            </a:r>
          </a:p>
        </p:txBody>
      </p:sp>
    </p:spTree>
    <p:extLst>
      <p:ext uri="{BB962C8B-B14F-4D97-AF65-F5344CB8AC3E}">
        <p14:creationId xmlns:p14="http://schemas.microsoft.com/office/powerpoint/2010/main" val="13966038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E5903-BA2E-4C45-A471-2E252F2B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7AD6F-F9CF-437D-A008-41F29BE7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鏈上紀錄與實體商品之間，需要可信連結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61536-07C0-4FE7-A2BC-3050FF42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13340-5220-4C23-B707-32AE4C71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16F00-E9B1-4CDC-91F8-08DFE5AE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5EE10-83B4-4B81-AFD2-07A33BD9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A509A-DE4A-4D4F-9433-A1BD21D6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唯一識別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6A3466-0173-4639-B9A7-75638439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序號、標籤或數位產品護照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C3744-0CCF-4500-9878-A808E232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F8786-B59D-400D-9F4C-5B5899CB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17151-0B42-409A-B88F-883E861C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人工登錄、檢驗機構或感測器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D5AAF-DB6B-497C-B995-04DD6E25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EA59D-D502-4AAC-B16A-80F02E2F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防拆換措施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4BBF4-BEA0-486F-A9DA-6CDC8B98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降低商品與標籤分離風險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06673-2317-4636-9A5F-EEA6BDC1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EB58E-A933-4A14-AB9F-8D503F6F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責任與稽核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EDCC1-57E4-42D2-9E57-3715EFAB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錯誤輸入由誰更正與承擔</a:t>
            </a:r>
          </a:p>
        </p:txBody>
      </p:sp>
    </p:spTree>
    <p:extLst>
      <p:ext uri="{BB962C8B-B14F-4D97-AF65-F5344CB8AC3E}">
        <p14:creationId xmlns:p14="http://schemas.microsoft.com/office/powerpoint/2010/main" val="16072948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FBC78-59A8-4116-B021-3CFEA507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7EB3C-7D11-4B57-B96D-C5B93B7B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電子單據可降低版本差異，但法律承認是關鍵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2A6E6-EB79-4519-B347-B7FB6035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2710C-7A4C-466B-B591-56DF91DB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E2C29-C8A1-457C-A01F-994F39BA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6F9B9-0673-4550-9085-137656AD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263DD-D797-4936-BF05-53FFD51F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7368A-5628-496E-8C7B-CC982213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適合的文件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E4A2D-FF17-4475-BFAD-0A695202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提單與倉單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發票與訂單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檢驗證書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所有權或授權憑證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34DE4-583F-4A85-BA73-C9ABA674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採用條件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4F548-CA58-4739-8A49-EBF9C94F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電子文件具有法律效力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參與者接受共同標準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可撤銷、更正與處理爭議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能與既有系統互通</a:t>
            </a:r>
          </a:p>
        </p:txBody>
      </p:sp>
    </p:spTree>
    <p:extLst>
      <p:ext uri="{BB962C8B-B14F-4D97-AF65-F5344CB8AC3E}">
        <p14:creationId xmlns:p14="http://schemas.microsoft.com/office/powerpoint/2010/main" val="6213041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0A4A9-990D-4E13-9519-B9CE6E99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87A84-DA43-4FFE-B950-28893517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數位憑證適合上鏈驗證，不適合公開全部個資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2668C-E1D9-4FD2-8CCB-D3EDB44E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19D9D-E480-4ECB-8CDB-69710A3A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19CF4-587A-49E9-B03D-2B1C40F0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21C73-49A1-421A-A8BE-3E6E3D4F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900C0-9B31-4EB1-8355-1D380FF3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簽發者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CE6CB-CFE0-48E9-A439-27DC5B9A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學校、政府或機構簽署憑證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1AF90-F931-4DA3-AF33-710339F9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057F-3192-4CFA-B8A2-26541FDA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持有人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E22F2-35B4-42A1-B27C-8C78CD36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保存並選擇要出示的資訊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4356B-060A-4036-B934-07092759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859D8-A3F2-442B-8681-347D2EF5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F68DD-EA73-411E-AF50-3B455E89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檢查簽章、效期與撤銷狀態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2A571-11F1-4129-B061-2B81FDE7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C3F33-904A-4B97-92D8-421A71B5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最小揭露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60A31-E5A6-4ECD-84DD-90B64CF4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只證明必要屬性，不交出完整資料</a:t>
            </a:r>
          </a:p>
        </p:txBody>
      </p:sp>
    </p:spTree>
    <p:extLst>
      <p:ext uri="{BB962C8B-B14F-4D97-AF65-F5344CB8AC3E}">
        <p14:creationId xmlns:p14="http://schemas.microsoft.com/office/powerpoint/2010/main" val="7411974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C563C-9CD9-41BC-BD70-48778454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87238-E85E-4FB4-B60D-3BCEF599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醫療資料共享的核心是授權、完整性與可追蹤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42553-4FB3-4AA3-9D54-8C282667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F568C-BC04-489D-9DDB-9E299B7A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59A7D-AC1D-4F80-812D-71CCB447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1AF6B-289C-4608-8632-4ECBFE73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D4B37-5D10-47A8-BDBC-A7772AA5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C649D-BF41-46C2-A043-83A7765A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可放在鏈上的資訊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E3C3E-F873-48CF-9519-A257AAD0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存取同意紀錄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文件摘要與來源證明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資料交換事件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撤銷或更新狀態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3A9E5-5C51-4C09-92BF-1D189E2B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通常留在鏈下的資訊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06D8C-EF17-440F-90FF-E30A9B09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完整病歷內容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影像與大型檔案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高度敏感個資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需要修改或刪除的資料</a:t>
            </a:r>
          </a:p>
        </p:txBody>
      </p:sp>
    </p:spTree>
    <p:extLst>
      <p:ext uri="{BB962C8B-B14F-4D97-AF65-F5344CB8AC3E}">
        <p14:creationId xmlns:p14="http://schemas.microsoft.com/office/powerpoint/2010/main" val="3350436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A9213-12BD-4BCF-951A-293E8E47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6B452-61E7-4FE6-A508-0C99FA7E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版權與NFT只能證明鏈上紀錄，不能自動創造著作權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D6D63-0A75-4107-B1D6-C9290D40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EB731-5861-4B64-8B1B-30097915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4｜第二節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73A3C-3736-4371-94CE-D7424949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2EF47-C10C-4245-8A77-21A40547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39FE5-03F1-47DC-A92D-87E12ABE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D7AA7-9C99-422A-B362-A91DBAF4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鏈上可協助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FA33D-BB40-4C2E-9D91-A8138121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記錄發行時間與移轉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自動分潤條件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驗證特定代幣來源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E2C7F-BB13-4779-8074-11A32EE1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鏈上不能自動解決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7A8EF-5274-400B-B77C-5B970A68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作品是否侵權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發行人是否真正擁有權利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鏈外複製與使用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法院與平台如何執行</a:t>
            </a:r>
          </a:p>
        </p:txBody>
      </p:sp>
    </p:spTree>
    <p:extLst>
      <p:ext uri="{BB962C8B-B14F-4D97-AF65-F5344CB8AC3E}">
        <p14:creationId xmlns:p14="http://schemas.microsoft.com/office/powerpoint/2010/main" val="6863199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3BCDCF-3050-4489-B4E1-B62C8491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3C8C6-AA70-480D-8528-89512D1D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DF496-0E40-4794-A378-B82C5088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BBD56-81C0-4F50-B15B-E0120C5E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4｜第二節｜快問快答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B4B82-260A-472B-8A04-690DB2A8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484F0-9332-4A94-8309-5E7907E6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B280B-A008-47E3-B1D5-C120292D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88240-04B1-4E9F-9066-36566D9F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D92C3-4858-4E5B-A097-CB6255DA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4｜第二節｜快問快答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FF9BB-F470-4DEE-84BA-8BA9918A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46F73-5964-4A40-96A6-0D24CB21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代幣化最重要先確認？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CB62F-D2C4-408C-A2F3-53338E07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顏色　B 代幣代表何種法律權利　C 粉絲數　D 區塊高度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EE9D6-801F-436C-95A4-1047B44F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B3A1D-6A00-4FAD-B5D3-7E78702A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答案：B。權利與贖回決定價值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517FE-E780-48FD-9B61-77056F99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證券上鏈後仍受證券規範嗎？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14454-C83B-4CF2-9C69-BF7A3F8E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只看名稱　D 只有NFT例外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E77E6-4A57-47C0-A153-9AB3BA45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C799C-7145-4065-8433-512E7B4F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答案：A。技術不改變經濟實質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E8890-D494-4EF3-B103-DBC38FFF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溯源最大盲點之一？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0C866B-CFFF-448A-94C0-D5470F05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沒有區塊　B 鏈下資料可能錯誤　C 字太小　D 沒有廣告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D01D9-05A7-401B-A0E8-A2F43705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B43CB-C801-4CF3-8283-6BE6C6F4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答案：B。輸入與實體連結需驗證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98D4C-94E7-441C-AA37-8E4D4B51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醫療資料通常適合直接公開上鏈？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A1D77F-BE22-4447-B4EA-33A7AB5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全部公開最好　D 不需同意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451B32-A77D-4F69-A2C8-CF78B9C2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1433E4-B111-4A30-B4B3-5B41087E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答案：B。敏感內容多留鏈下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64D87-AB4E-4D23-9D25-03F93AAC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NFT自動等於著作權嗎？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C04707-255A-4856-97CC-D34EDE3D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只要昂貴　D 只要唯一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9B3561-C0B6-4508-A9BC-263C9409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8EB93D-B3CA-48A5-9579-D84B0B1E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答案：B。權利仍看契約與法律</a:t>
            </a:r>
          </a:p>
        </p:txBody>
      </p:sp>
    </p:spTree>
    <p:extLst>
      <p:ext uri="{BB962C8B-B14F-4D97-AF65-F5344CB8AC3E}">
        <p14:creationId xmlns:p14="http://schemas.microsoft.com/office/powerpoint/2010/main" val="15767410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7B19FA-3AB8-42C5-9CC7-C0D849B5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393B55-75A2-47FE-B251-A1773CED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智慧合約是自動執行規則，不是自行理解法律的契約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AFE75-5F5E-4652-B1CA-044223F8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72ED2-57A5-4A89-B5AB-271CF42F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42E02-9833-46F5-AD03-A830B7B7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6A302-9E72-4DEC-80B0-3417DD55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A1E66-D3C6-4234-8814-CB9727AC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35FB2-02DC-423D-90DD-99AA43B6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它擅長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EF62A-7327-43EA-9E81-99225402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條件明確且資料可取得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自動計算、移轉與記錄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讓多方使用一致流程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96259-0116-4A58-9CF6-B32448CA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它不擅長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218FF-4C89-42CE-A29B-CEFF570D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解釋模糊法律語句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判斷鏈下事件真偽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處理所有例外與公平性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自動承擔法律責任</a:t>
            </a:r>
          </a:p>
        </p:txBody>
      </p:sp>
    </p:spTree>
    <p:extLst>
      <p:ext uri="{BB962C8B-B14F-4D97-AF65-F5344CB8AC3E}">
        <p14:creationId xmlns:p14="http://schemas.microsoft.com/office/powerpoint/2010/main" val="18228380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756EF-4328-4ED7-98FB-5D9210E2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1FFED-4C38-45D8-95F6-C7DD8350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成功應用通常同時創造四種價值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9911E-A930-47DB-A67E-37A3DAE9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EB2D1-4146-486F-A42C-5811B8AB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F0FEE-3F32-41D6-93EE-5921C8F4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2D1F7-30F5-4C41-B5F1-9128C144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4AF29-CE4B-4F7B-AA17-B5665711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共享狀態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1D190-893B-4FA4-8FB6-7D4393DD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降低各自維護版本的落差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AEB33-73C3-4266-847E-E8D7C2BD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9A13D-AAB8-4758-92A8-943D882F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同步交割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1932F-00C7-467B-BCDC-6B353FB3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減少付款與資產不同步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3F8BD-7015-4318-BE54-48094B1E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61A29-6296-46FE-842F-68A7052D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流程自動化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FBAC1-8DDA-429D-ADB6-C6534CE1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依明確條件觸發下一步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3288A-7645-4DB3-B46B-2A98784B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DBC1E-3743-4A75-88BA-DD5B9C8E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可驗證歷史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90B375-9074-4598-946C-DEA6C5FE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保留稽核與責任軌跡</a:t>
            </a:r>
          </a:p>
        </p:txBody>
      </p:sp>
    </p:spTree>
    <p:extLst>
      <p:ext uri="{BB962C8B-B14F-4D97-AF65-F5344CB8AC3E}">
        <p14:creationId xmlns:p14="http://schemas.microsoft.com/office/powerpoint/2010/main" val="7976591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CBCAE-185B-497F-ABE4-A9B6B431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E6B76-BA64-46CA-83D5-901EE885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導入區塊鏈也會增加四種成本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18E53-9045-455B-A95C-4F2EF4AE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27122-5F39-4899-8165-A807E690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2EDDE-5657-4318-B2A9-C53660F8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7D3DB-C8E4-4BA0-99E1-7DF7471D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1AF7B-715E-4EA5-AA0D-0422D5F8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整合成本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3CA50-959B-490C-92F1-3D5E7C1E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連接核心系統、資料格式與介面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58822-CE81-47D9-9AD3-21C5A5A2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86078-1F10-4BF2-9D6D-BF331CE0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EC934-DA17-4890-9C18-32FB8BC5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成員准入、升級、投票與爭議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2DB7A-48E5-4123-8426-EDEF6751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21792-C199-4938-8B94-E000061F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合規成本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CFFB3-5933-4B9B-9956-24F8A382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隱私、AML、監理與跨境要求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56459-303D-4CDE-8678-EBE2EB3F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3E830-BD98-4020-A9B9-E3CE9CDF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轉換成本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009DD-90D9-40C7-86E0-C6234231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舊流程、新流程與人員能力並存</a:t>
            </a:r>
          </a:p>
        </p:txBody>
      </p:sp>
    </p:spTree>
    <p:extLst>
      <p:ext uri="{BB962C8B-B14F-4D97-AF65-F5344CB8AC3E}">
        <p14:creationId xmlns:p14="http://schemas.microsoft.com/office/powerpoint/2010/main" val="164824096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4E4FC-DE13-49A3-9A8A-47CD7182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0A1E2-BAC0-4F44-8AF0-D63490DB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ASX案例提醒：大型市場基礎設施不能只看技術願景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059CB-A059-490F-8E0C-54A59A85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A897C-0F98-48BA-9F54-A4C053DC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9A581-AAE2-4DF6-BB2F-AB4E75F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976AA-FCA6-4A64-85AB-461D5494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CA18B-0BCE-4718-84E8-956066C0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5CBAE-F354-40C3-BB03-A39B5BA8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舊教材的說法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048F1-DA64-446A-98D2-6BAEA43F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2017年宣布以DLT取代CHESS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被視為交易所採用區塊鏈的重要案例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E59FC-88B1-4700-8FC6-6251D539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後續教訓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DC505-763D-4409-94A1-EC122A6C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原方案因複雜度與交付問題停止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後續改採產品化、分階段方案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顯示治理、需求與轉換能力同樣關鍵</a:t>
            </a:r>
          </a:p>
        </p:txBody>
      </p:sp>
    </p:spTree>
    <p:extLst>
      <p:ext uri="{BB962C8B-B14F-4D97-AF65-F5344CB8AC3E}">
        <p14:creationId xmlns:p14="http://schemas.microsoft.com/office/powerpoint/2010/main" val="16365192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524E5-F7FA-43FC-B8C3-6B17C1CF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A2547-F67B-4261-8778-2A3B167F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資料要放哪裡，應依敏感性與驗證需求決定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5A2AD-C0C9-4BDB-9819-E8424D8B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D2FF5-8FF3-483E-9C47-E837B521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86033-2A69-49EE-B356-B3C82E89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EA1AC-9DA0-45D8-80AA-E632EEF4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25CF9-E004-4B53-B115-6CB61A57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完整資料上鏈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FD7BE-E512-424F-9B81-7987E0B8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僅適合可公開且不需刪改的資料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0BEFF-8662-4D2F-A6BF-5E21E6A1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A2882-5030-456E-9317-95E67369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摘要上鏈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75264-3AE7-4A74-ADD6-79758A4A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用雜湊證明鏈下文件未被改動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17031-A836-416E-B874-F0972B14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BFFE2-3FE5-4BB4-9230-1926539B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狀態上鏈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765D6-9DC0-4B77-924B-822DD31D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只記錄所有權、同意或流程結果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EEAFF-BF3F-4F6F-8270-19E8749B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9993D3-66D4-4C50-84FE-1909738C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全部鏈下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90616-6EED-4B5F-8989-AEB4C8C0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若單一機構可負責，資料庫可能更適合</a:t>
            </a:r>
          </a:p>
        </p:txBody>
      </p:sp>
    </p:spTree>
    <p:extLst>
      <p:ext uri="{BB962C8B-B14F-4D97-AF65-F5344CB8AC3E}">
        <p14:creationId xmlns:p14="http://schemas.microsoft.com/office/powerpoint/2010/main" val="8234509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7F7FD-2EFF-4FB6-8270-52435D29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75FC4-990A-4E75-8860-10B0375E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應用治理要在上線前回答四個問題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C887C-06D2-488D-B84A-C7261D70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9094B-56A7-4CA0-A2AA-568B2409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A4542-6EF1-4801-8DE1-C887D441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53E13-14F9-4042-8765-37DCF939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6A42B-ACBD-4450-BAC2-E3BE76FD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誰能參與？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FF3CD-5305-44B4-AB98-AB019843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成員資格、驗證者與資料讀取權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42F92-B1E3-4139-B2F7-9A452F5A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17E8F-440E-4AE1-AE13-5BC38C2A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誰能改規則？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90455-0592-4D00-9691-14E85ADB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升級、緊急停止與版本選擇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935FE-527B-4037-80DC-B96BF3F4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D3C53-5F80-47F7-83EC-121D1248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錯誤怎麼修？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9FAE4-AF93-42B0-9335-45B2DF38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沖正、更正、撤銷與證據保留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20473-AB07-43C1-BE0E-93478ECA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FC7AB-0FD7-42A8-BA56-DB004DFC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損失誰負責？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C98FB-0680-4399-9C35-C53B78EE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合約、保險、賠償與司法管轄</a:t>
            </a:r>
          </a:p>
        </p:txBody>
      </p:sp>
    </p:spTree>
    <p:extLst>
      <p:ext uri="{BB962C8B-B14F-4D97-AF65-F5344CB8AC3E}">
        <p14:creationId xmlns:p14="http://schemas.microsoft.com/office/powerpoint/2010/main" val="10965867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F046F-069B-4779-B890-CED23FD0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EF99E-6ACD-4D02-84D5-3E09B1FA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從概念驗證到正式營運，中間還有四道門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C4796-C5D7-48F0-84EC-5DC654C5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60B9B-0A67-4131-81DA-29B07972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069C7-7661-40DC-8DFD-8D2178A3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0F5A1-C661-46F6-ADCC-0213BA71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06C79-BCE1-4451-A4DC-9DE55B3C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商業可行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813FFF-47F0-498F-8687-78D93488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效益可量化且參與者願意加入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76FC6-DBC4-4576-AE34-DEF100A7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8D1C7-A596-4ABA-AC1E-7FAB06A5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技術可行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4692A-EF81-4949-869A-5E159296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效能、隱私、韌性與整合達標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329A2-87E2-4810-B14A-7A6833BD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B5AB4-006C-43B2-9247-4EC0EFA2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法律可行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4360A-4DAE-4F64-8DDF-DD6F860F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權利、責任與監理要求清楚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B0C98-0BC0-405F-9861-56FB3931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B622D-158C-41A7-A285-5CD50CC1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營運可行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C6D0A-5AF9-4A2C-9910-8244A57A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人員、流程、事件處理與退出機制成熟</a:t>
            </a:r>
          </a:p>
        </p:txBody>
      </p:sp>
    </p:spTree>
    <p:extLst>
      <p:ext uri="{BB962C8B-B14F-4D97-AF65-F5344CB8AC3E}">
        <p14:creationId xmlns:p14="http://schemas.microsoft.com/office/powerpoint/2010/main" val="2374563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195DB-0277-4AEC-81C0-5B5B9FB0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46A25-641D-4D20-BAC3-CE38F29E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案例判斷：冷鏈追蹤是否真的需要區塊鏈？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75D78-EA6F-4EA0-A05C-2DDEB73B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D3DB5-2342-4AE4-87D1-8F207197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C6342-797F-4940-A1D3-953F6067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6F93F-5850-407A-8B93-25B47F7A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A7857-DC7D-46A0-837E-0DC71308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438DB-83F1-4ED1-89E9-955D8621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支持採用的條件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ABD4E-1E0F-45CA-9052-B718BF7A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供應商、物流、醫院與監理共同使用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各方需要不可由單方改寫的事件紀錄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E82B4-6C67-482F-982E-BEBB7FE8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可能不用的條件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15E6D-D769-4EC4-98D5-B4ECBB14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單一物流商可負責全部資料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感測器真實性才是主要問題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一般共享平台已足以滿足需求</a:t>
            </a:r>
          </a:p>
        </p:txBody>
      </p:sp>
    </p:spTree>
    <p:extLst>
      <p:ext uri="{BB962C8B-B14F-4D97-AF65-F5344CB8AC3E}">
        <p14:creationId xmlns:p14="http://schemas.microsoft.com/office/powerpoint/2010/main" val="20260391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55D8C-4C55-4398-87B0-76813D28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080CD-BB15-46D8-80A0-F12C7BC9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應用評估最後要比較：區塊鏈是否勝過替代方案？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D7534-BBF0-4FBC-83B5-CA34EDF7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336F7-EF1B-4E56-AF7E-85D64568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08D4D-93E7-46B7-B3C2-CC7BD052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613E6-A5E9-4D8D-9716-19F40558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42E30-CD67-4C36-9DF7-EB65AA50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共同資料庫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9AC62-D9C3-4DEB-A747-6667E0E6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單一可信營運者負責時通常更簡單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FD35D-EE4A-4092-A4D7-5A2F9608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D0BDF-2648-4547-ABA6-532B01AF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API資料交換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E55BE-73C1-4168-9F50-2BBF6C09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各方保留系統，只交換必要訊息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4CDB5-7B58-4791-9D63-90FE4FAE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E0063-7642-4D2F-9EB4-485234B0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電子簽章與憑證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14C10-D674-4A7A-8630-9E559349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若問題只是文件真偽，未必需要共享鏈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E65EB-4AED-4E90-9A4C-65E4FE1E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B80F9-0A75-4EC0-9940-E33176F5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EB83B-29C3-4A77-A55E-D28CD22A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多方需共同狀態、驗證歷史與治理時較有價值</a:t>
            </a:r>
          </a:p>
        </p:txBody>
      </p:sp>
    </p:spTree>
    <p:extLst>
      <p:ext uri="{BB962C8B-B14F-4D97-AF65-F5344CB8AC3E}">
        <p14:creationId xmlns:p14="http://schemas.microsoft.com/office/powerpoint/2010/main" val="10249337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792F4-C064-481A-AC74-6BC250D8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2C5C9-ABFE-40C9-A469-2AA1708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本週結論：應用價值來自制度與流程重新設計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9C55D-E16E-4C75-BAC3-2EE5C599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A8851-14B6-4994-A029-F471BD6A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4｜第三節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5A645-3539-49E1-893C-53E9D5A1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80F89-B869-417C-A979-A7934F9A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不要只問能不能上鏈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3968E-688D-42D4-BBCB-EE0A3C2A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先找出多方協作、資產交付、資料驗證或流程自動化的摩擦，再評估區塊鏈是否優於替代方案。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35CAD-844A-46E2-976C-CAC2024B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1A21A-6BC0-4266-80AC-BAEAA608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真正可用的方案同時需要可信資料、法律權利、治理、隱私、系統整合與營運能力。</a:t>
            </a:r>
          </a:p>
        </p:txBody>
      </p:sp>
    </p:spTree>
    <p:extLst>
      <p:ext uri="{BB962C8B-B14F-4D97-AF65-F5344CB8AC3E}">
        <p14:creationId xmlns:p14="http://schemas.microsoft.com/office/powerpoint/2010/main" val="10522089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2F800-C273-4914-B5C8-917A49BC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72A73-654F-4D44-9536-6D2FE80D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0ACCB-1652-4DAF-92A3-6BF02464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A2C5B-3D49-42A5-B46F-6E04699A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4｜第三節｜快問快答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7E4A2-4E25-41AE-BC42-CD257020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381112-E3B4-4ABA-B380-60274D46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43D11-67AD-46A3-BD34-03ED270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D95E5-3173-4AA6-A4C8-EAA7D456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12CBA0-904C-403F-90BD-7C25876D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4｜第三節｜快問快答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85403-8108-44BE-8D67-E77DEC23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F387B-95DD-4D85-849A-89599BFA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智慧合約最擅長？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4AC5C-4DC7-48C3-89EA-24F87BB8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理解所有法律　B 執行明確條件　C 判斷人心　D 免除責任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5F33E-0367-4C7C-9547-0CBE4DB2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E0A4D-3BEC-4DE5-A8C9-59631FAE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答案：B。條件與資料須明確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FF618-82CD-43E1-A518-C1D71CB2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導入成本不包含？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8ABC7-35A3-4406-BC7E-D1ECF166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整合　B 治理　C 合規　D 保證獲利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885C7-4B3F-4607-A0D3-67042E45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E07A0-0EC8-4E69-BF30-DF7DD469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答案：D。技術不保證獲利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7940F-D27F-4ADF-AD2F-DA2B0AC7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ASX案例主要提醒？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85099-7783-456C-BFF3-FFCFA773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愈複雜愈好　B 交付與治理同樣重要　C 不需測試　D 技術可取代需求管理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DB304-C6D3-4193-8746-B0108DDD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79F532-4E29-4E4F-B3B6-6D133683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答案：B。大型轉換不只靠技術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CAE45-8129-4881-A2E9-B23C90EF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敏感文件常見做法？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1B0474-37B5-4614-BF06-19B65516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全文公開上鏈　B 摘要上鏈、內容鏈下　C 不設權限　D 永不更正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91AADE-38BC-4F87-9F31-4DAAD3A6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753778-3F1C-4C67-9D9A-20BA71F1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答案：B。兼顧驗證與隱私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81E01E-ACF6-4121-B020-1CF478B1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判斷應用的第一步？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18BD18-ECFC-43CC-87E6-023A27A4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先發代幣　B 先定義業務摩擦與替代方案　C 先選熱門鏈　D 先宣傳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A8E6EC-7435-40FD-9C53-9FADFC98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7D6465-D914-4E03-89E7-F656978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答案：B。問題先於技術</a:t>
            </a:r>
          </a:p>
        </p:txBody>
      </p:sp>
    </p:spTree>
    <p:extLst>
      <p:ext uri="{BB962C8B-B14F-4D97-AF65-F5344CB8AC3E}">
        <p14:creationId xmlns:p14="http://schemas.microsoft.com/office/powerpoint/2010/main" val="1112313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2026-09-03T05:03:27.1830000Z</dcterms:created>
  <dcterms:modified xsi:type="dcterms:W3CDTF">2026-09-03T05:03:27.1830000Z</dcterms:modified>
</coreProperties>
</file>
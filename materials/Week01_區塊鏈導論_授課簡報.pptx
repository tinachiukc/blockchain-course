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d594e80294fc7" /><Relationship Type="http://schemas.openxmlformats.org/officeDocument/2006/relationships/extended-properties" Target="/docProps/app.xml" Id="R01b3c61b6d6b48c7" /><Relationship Type="http://schemas.openxmlformats.org/officeDocument/2006/relationships/officeDocument" Target="/ppt/presentation.xml" Id="R689c3470bb18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e8f31e0e741be"/>
  </p:sldMasterIdLst>
  <p:notesMasterIdLst>
    <p:notesMasterId xmlns:r="http://schemas.openxmlformats.org/officeDocument/2006/relationships" r:id="Rab662537d8664405"/>
  </p:notesMasterIdLst>
  <p:sldIdLst>
    <p:sldId xmlns:r="http://schemas.openxmlformats.org/officeDocument/2006/relationships" id="256" r:id="Ree0ee3ee168d4c35"/>
    <p:sldId xmlns:r="http://schemas.openxmlformats.org/officeDocument/2006/relationships" id="257" r:id="Rd62452bda8674057"/>
    <p:sldId xmlns:r="http://schemas.openxmlformats.org/officeDocument/2006/relationships" id="258" r:id="R959c8061c94a4d1a"/>
    <p:sldId xmlns:r="http://schemas.openxmlformats.org/officeDocument/2006/relationships" id="259" r:id="R82a9d1db2af849f0"/>
    <p:sldId xmlns:r="http://schemas.openxmlformats.org/officeDocument/2006/relationships" id="260" r:id="Rd6ce8cc241c4463a"/>
    <p:sldId xmlns:r="http://schemas.openxmlformats.org/officeDocument/2006/relationships" id="261" r:id="Rd3b2055a8f5d41c3"/>
    <p:sldId xmlns:r="http://schemas.openxmlformats.org/officeDocument/2006/relationships" id="262" r:id="Redab052466f1425e"/>
    <p:sldId xmlns:r="http://schemas.openxmlformats.org/officeDocument/2006/relationships" id="263" r:id="R5e069033aa9347c0"/>
    <p:sldId xmlns:r="http://schemas.openxmlformats.org/officeDocument/2006/relationships" id="264" r:id="R36fd87ca248d4274"/>
    <p:sldId xmlns:r="http://schemas.openxmlformats.org/officeDocument/2006/relationships" id="265" r:id="R011e85565fb141a6"/>
    <p:sldId xmlns:r="http://schemas.openxmlformats.org/officeDocument/2006/relationships" id="266" r:id="Rad745da14c4e4889"/>
    <p:sldId xmlns:r="http://schemas.openxmlformats.org/officeDocument/2006/relationships" id="267" r:id="Reded484c72624d61"/>
    <p:sldId xmlns:r="http://schemas.openxmlformats.org/officeDocument/2006/relationships" id="268" r:id="R5aa48e3aab114360"/>
    <p:sldId xmlns:r="http://schemas.openxmlformats.org/officeDocument/2006/relationships" id="269" r:id="Rb34ce65a6b4848a7"/>
    <p:sldId xmlns:r="http://schemas.openxmlformats.org/officeDocument/2006/relationships" id="270" r:id="R1f11ae43e11a4ddd"/>
    <p:sldId xmlns:r="http://schemas.openxmlformats.org/officeDocument/2006/relationships" id="271" r:id="Rdb7d460941064379"/>
    <p:sldId xmlns:r="http://schemas.openxmlformats.org/officeDocument/2006/relationships" id="272" r:id="Rfe357731b9aa4c3b"/>
    <p:sldId xmlns:r="http://schemas.openxmlformats.org/officeDocument/2006/relationships" id="273" r:id="R36f1264315d24513"/>
    <p:sldId xmlns:r="http://schemas.openxmlformats.org/officeDocument/2006/relationships" id="274" r:id="Rc5863e7df0fc448d"/>
    <p:sldId xmlns:r="http://schemas.openxmlformats.org/officeDocument/2006/relationships" id="275" r:id="R664fc0eeb3b841ce"/>
    <p:sldId xmlns:r="http://schemas.openxmlformats.org/officeDocument/2006/relationships" id="276" r:id="R339a5fa6b0c04dac"/>
    <p:sldId xmlns:r="http://schemas.openxmlformats.org/officeDocument/2006/relationships" id="277" r:id="R021593ee0c0c422c"/>
    <p:sldId xmlns:r="http://schemas.openxmlformats.org/officeDocument/2006/relationships" id="278" r:id="R59872d416c0742fb"/>
    <p:sldId xmlns:r="http://schemas.openxmlformats.org/officeDocument/2006/relationships" id="279" r:id="Rc9980431a763433f"/>
    <p:sldId xmlns:r="http://schemas.openxmlformats.org/officeDocument/2006/relationships" id="280" r:id="R1fc8ff930d52471e"/>
    <p:sldId xmlns:r="http://schemas.openxmlformats.org/officeDocument/2006/relationships" id="281" r:id="Rde476261be0c4875"/>
    <p:sldId xmlns:r="http://schemas.openxmlformats.org/officeDocument/2006/relationships" id="282" r:id="R8342bea29af74f20"/>
    <p:sldId xmlns:r="http://schemas.openxmlformats.org/officeDocument/2006/relationships" id="283" r:id="Ra3a8b60fe63e40d6"/>
    <p:sldId xmlns:r="http://schemas.openxmlformats.org/officeDocument/2006/relationships" id="284" r:id="Rc080d0a2cc164826"/>
    <p:sldId xmlns:r="http://schemas.openxmlformats.org/officeDocument/2006/relationships" id="285" r:id="Rda0ae53776b0450c"/>
    <p:sldId xmlns:r="http://schemas.openxmlformats.org/officeDocument/2006/relationships" id="286" r:id="R0aabbb37e3424ef2"/>
    <p:sldId xmlns:r="http://schemas.openxmlformats.org/officeDocument/2006/relationships" id="287" r:id="R563d4e8007304b8c"/>
    <p:sldId xmlns:r="http://schemas.openxmlformats.org/officeDocument/2006/relationships" id="288" r:id="R1dbc9f6ad2554e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42977a5c8b4ac1" /><Relationship Type="http://schemas.openxmlformats.org/officeDocument/2006/relationships/slideMaster" Target="/ppt/slideMasters/slideMaster1.xml" Id="R932e8f31e0e741be" /><Relationship Type="http://schemas.openxmlformats.org/officeDocument/2006/relationships/notesMaster" Target="/ppt/notesMasters/notesMaster1.xml" Id="Rab662537d8664405" /><Relationship Type="http://schemas.openxmlformats.org/officeDocument/2006/relationships/presProps" Target="/ppt/presProps.xml" Id="R83d6d41b50c0491b" /><Relationship Type="http://schemas.openxmlformats.org/officeDocument/2006/relationships/tableStyles" Target="/ppt/tableStyles.xml" Id="R485401a37d93432e" /><Relationship Type="http://schemas.openxmlformats.org/officeDocument/2006/relationships/slide" Target="/ppt/slides/slide1.xml" Id="Ree0ee3ee168d4c35" /><Relationship Type="http://schemas.openxmlformats.org/officeDocument/2006/relationships/slide" Target="/ppt/slides/slide2.xml" Id="Rd62452bda8674057" /><Relationship Type="http://schemas.openxmlformats.org/officeDocument/2006/relationships/slide" Target="/ppt/slides/slide3.xml" Id="R959c8061c94a4d1a" /><Relationship Type="http://schemas.openxmlformats.org/officeDocument/2006/relationships/slide" Target="/ppt/slides/slide4.xml" Id="R82a9d1db2af849f0" /><Relationship Type="http://schemas.openxmlformats.org/officeDocument/2006/relationships/slide" Target="/ppt/slides/slide5.xml" Id="Rd6ce8cc241c4463a" /><Relationship Type="http://schemas.openxmlformats.org/officeDocument/2006/relationships/slide" Target="/ppt/slides/slide6.xml" Id="Rd3b2055a8f5d41c3" /><Relationship Type="http://schemas.openxmlformats.org/officeDocument/2006/relationships/slide" Target="/ppt/slides/slide7.xml" Id="Redab052466f1425e" /><Relationship Type="http://schemas.openxmlformats.org/officeDocument/2006/relationships/slide" Target="/ppt/slides/slide8.xml" Id="R5e069033aa9347c0" /><Relationship Type="http://schemas.openxmlformats.org/officeDocument/2006/relationships/slide" Target="/ppt/slides/slide9.xml" Id="R36fd87ca248d4274" /><Relationship Type="http://schemas.openxmlformats.org/officeDocument/2006/relationships/slide" Target="/ppt/slides/slide10.xml" Id="R011e85565fb141a6" /><Relationship Type="http://schemas.openxmlformats.org/officeDocument/2006/relationships/slide" Target="/ppt/slides/slide11.xml" Id="Rad745da14c4e4889" /><Relationship Type="http://schemas.openxmlformats.org/officeDocument/2006/relationships/slide" Target="/ppt/slides/slide12.xml" Id="Reded484c72624d61" /><Relationship Type="http://schemas.openxmlformats.org/officeDocument/2006/relationships/slide" Target="/ppt/slides/slide13.xml" Id="R5aa48e3aab114360" /><Relationship Type="http://schemas.openxmlformats.org/officeDocument/2006/relationships/slide" Target="/ppt/slides/slide14.xml" Id="Rb34ce65a6b4848a7" /><Relationship Type="http://schemas.openxmlformats.org/officeDocument/2006/relationships/slide" Target="/ppt/slides/slide15.xml" Id="R1f11ae43e11a4ddd" /><Relationship Type="http://schemas.openxmlformats.org/officeDocument/2006/relationships/slide" Target="/ppt/slides/slide16.xml" Id="Rdb7d460941064379" /><Relationship Type="http://schemas.openxmlformats.org/officeDocument/2006/relationships/slide" Target="/ppt/slides/slide17.xml" Id="Rfe357731b9aa4c3b" /><Relationship Type="http://schemas.openxmlformats.org/officeDocument/2006/relationships/slide" Target="/ppt/slides/slide18.xml" Id="R36f1264315d24513" /><Relationship Type="http://schemas.openxmlformats.org/officeDocument/2006/relationships/slide" Target="/ppt/slides/slide19.xml" Id="Rc5863e7df0fc448d" /><Relationship Type="http://schemas.openxmlformats.org/officeDocument/2006/relationships/slide" Target="/ppt/slides/slide20.xml" Id="R664fc0eeb3b841ce" /><Relationship Type="http://schemas.openxmlformats.org/officeDocument/2006/relationships/slide" Target="/ppt/slides/slide21.xml" Id="R339a5fa6b0c04dac" /><Relationship Type="http://schemas.openxmlformats.org/officeDocument/2006/relationships/slide" Target="/ppt/slides/slide22.xml" Id="R021593ee0c0c422c" /><Relationship Type="http://schemas.openxmlformats.org/officeDocument/2006/relationships/slide" Target="/ppt/slides/slide23.xml" Id="R59872d416c0742fb" /><Relationship Type="http://schemas.openxmlformats.org/officeDocument/2006/relationships/slide" Target="/ppt/slides/slide24.xml" Id="Rc9980431a763433f" /><Relationship Type="http://schemas.openxmlformats.org/officeDocument/2006/relationships/slide" Target="/ppt/slides/slide25.xml" Id="R1fc8ff930d52471e" /><Relationship Type="http://schemas.openxmlformats.org/officeDocument/2006/relationships/slide" Target="/ppt/slides/slide26.xml" Id="Rde476261be0c4875" /><Relationship Type="http://schemas.openxmlformats.org/officeDocument/2006/relationships/slide" Target="/ppt/slides/slide27.xml" Id="R8342bea29af74f20" /><Relationship Type="http://schemas.openxmlformats.org/officeDocument/2006/relationships/slide" Target="/ppt/slides/slide28.xml" Id="Ra3a8b60fe63e40d6" /><Relationship Type="http://schemas.openxmlformats.org/officeDocument/2006/relationships/slide" Target="/ppt/slides/slide29.xml" Id="Rc080d0a2cc164826" /><Relationship Type="http://schemas.openxmlformats.org/officeDocument/2006/relationships/slide" Target="/ppt/slides/slide30.xml" Id="Rda0ae53776b0450c" /><Relationship Type="http://schemas.openxmlformats.org/officeDocument/2006/relationships/slide" Target="/ppt/slides/slide31.xml" Id="R0aabbb37e3424ef2" /><Relationship Type="http://schemas.openxmlformats.org/officeDocument/2006/relationships/slide" Target="/ppt/slides/slide32.xml" Id="R563d4e8007304b8c" /><Relationship Type="http://schemas.openxmlformats.org/officeDocument/2006/relationships/slide" Target="/ppt/slides/slide33.xml" Id="R1dbc9f6ad2554e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35393e9970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1267c584f14bff" /><Relationship Type="http://schemas.openxmlformats.org/officeDocument/2006/relationships/notesMaster" Target="/ppt/notesMasters/notesMaster1.xml" Id="Rafaf07452ec147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c78f5a21d4b38" /><Relationship Type="http://schemas.openxmlformats.org/officeDocument/2006/relationships/notesMaster" Target="/ppt/notesMasters/notesMaster1.xml" Id="R3d2d2923a60c44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ae133ba2aa43ca" /><Relationship Type="http://schemas.openxmlformats.org/officeDocument/2006/relationships/notesMaster" Target="/ppt/notesMasters/notesMaster1.xml" Id="R39a04e5045ff4a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5793ab83c64663" /><Relationship Type="http://schemas.openxmlformats.org/officeDocument/2006/relationships/notesMaster" Target="/ppt/notesMasters/notesMaster1.xml" Id="R6808b29b3a81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0ca7c9beab46a1" /><Relationship Type="http://schemas.openxmlformats.org/officeDocument/2006/relationships/notesMaster" Target="/ppt/notesMasters/notesMaster1.xml" Id="R3e959719323344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d7e014d3374873" /><Relationship Type="http://schemas.openxmlformats.org/officeDocument/2006/relationships/notesMaster" Target="/ppt/notesMasters/notesMaster1.xml" Id="R03a2509038834f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8864970e9740cf" /><Relationship Type="http://schemas.openxmlformats.org/officeDocument/2006/relationships/notesMaster" Target="/ppt/notesMasters/notesMaster1.xml" Id="Rb9a9a0a32d2041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c75c31632a452e" /><Relationship Type="http://schemas.openxmlformats.org/officeDocument/2006/relationships/notesMaster" Target="/ppt/notesMasters/notesMaster1.xml" Id="R34fe16da7cc5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29f8901f324596" /><Relationship Type="http://schemas.openxmlformats.org/officeDocument/2006/relationships/notesMaster" Target="/ppt/notesMasters/notesMaster1.xml" Id="Rc5d885f2310d43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77f4eb936b4310" /><Relationship Type="http://schemas.openxmlformats.org/officeDocument/2006/relationships/notesMaster" Target="/ppt/notesMasters/notesMaster1.xml" Id="Re8589c9a1f1340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426e0251fa4bf8" /><Relationship Type="http://schemas.openxmlformats.org/officeDocument/2006/relationships/notesMaster" Target="/ppt/notesMasters/notesMaster1.xml" Id="R02144e3d955a49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0ba6efbe2b4897" /><Relationship Type="http://schemas.openxmlformats.org/officeDocument/2006/relationships/notesMaster" Target="/ppt/notesMasters/notesMaster1.xml" Id="Rc0ff32924b1546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8aa1a1cfff400c" /><Relationship Type="http://schemas.openxmlformats.org/officeDocument/2006/relationships/notesMaster" Target="/ppt/notesMasters/notesMaster1.xml" Id="R38812cbea13143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18cb2cbf744e17" /><Relationship Type="http://schemas.openxmlformats.org/officeDocument/2006/relationships/notesMaster" Target="/ppt/notesMasters/notesMaster1.xml" Id="R1176879e3ddf4a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8d5dab1caa40ff" /><Relationship Type="http://schemas.openxmlformats.org/officeDocument/2006/relationships/notesMaster" Target="/ppt/notesMasters/notesMaster1.xml" Id="Rebe4a58db1b24b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1573595e57493c" /><Relationship Type="http://schemas.openxmlformats.org/officeDocument/2006/relationships/notesMaster" Target="/ppt/notesMasters/notesMaster1.xml" Id="R1c1fd2b45f934d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34127116214cdf" /><Relationship Type="http://schemas.openxmlformats.org/officeDocument/2006/relationships/notesMaster" Target="/ppt/notesMasters/notesMaster1.xml" Id="Ra9e0692ff4dc43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607bfeba334eaa" /><Relationship Type="http://schemas.openxmlformats.org/officeDocument/2006/relationships/notesMaster" Target="/ppt/notesMasters/notesMaster1.xml" Id="R9ceb3a290ef841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1f3b957db7432a" /><Relationship Type="http://schemas.openxmlformats.org/officeDocument/2006/relationships/notesMaster" Target="/ppt/notesMasters/notesMaster1.xml" Id="R96529783f89e47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07d39668b47416d" /><Relationship Type="http://schemas.openxmlformats.org/officeDocument/2006/relationships/notesMaster" Target="/ppt/notesMasters/notesMaster1.xml" Id="Rc3ecd4539ffb48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6cfb71ab5c4be5" /><Relationship Type="http://schemas.openxmlformats.org/officeDocument/2006/relationships/notesMaster" Target="/ppt/notesMasters/notesMaster1.xml" Id="R4b23a4b176f44d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987f8d422c4ccb" /><Relationship Type="http://schemas.openxmlformats.org/officeDocument/2006/relationships/notesMaster" Target="/ppt/notesMasters/notesMaster1.xml" Id="R220c8fd8ab5a48c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5b014b7ec643e5" /><Relationship Type="http://schemas.openxmlformats.org/officeDocument/2006/relationships/notesMaster" Target="/ppt/notesMasters/notesMaster1.xml" Id="R22c3580cd5ff48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fea11761ae4e40" /><Relationship Type="http://schemas.openxmlformats.org/officeDocument/2006/relationships/notesMaster" Target="/ppt/notesMasters/notesMaster1.xml" Id="Rf5c816b9abb44d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ccc72cd8d6b49ca" /><Relationship Type="http://schemas.openxmlformats.org/officeDocument/2006/relationships/notesMaster" Target="/ppt/notesMasters/notesMaster1.xml" Id="R8a0ba7863d4443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aeeb7c75174d5c" /><Relationship Type="http://schemas.openxmlformats.org/officeDocument/2006/relationships/notesMaster" Target="/ppt/notesMasters/notesMaster1.xml" Id="Ra0783ef4b34c41b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1d45ff99d04ae0" /><Relationship Type="http://schemas.openxmlformats.org/officeDocument/2006/relationships/notesMaster" Target="/ppt/notesMasters/notesMaster1.xml" Id="Red82eb52d2a943c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7849dfe47640af" /><Relationship Type="http://schemas.openxmlformats.org/officeDocument/2006/relationships/notesMaster" Target="/ppt/notesMasters/notesMaster1.xml" Id="Re5b8038f76cc435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2223f36d614087" /><Relationship Type="http://schemas.openxmlformats.org/officeDocument/2006/relationships/notesMaster" Target="/ppt/notesMasters/notesMaster1.xml" Id="R27bd6faa64cc4f4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f8ec655d294954" /><Relationship Type="http://schemas.openxmlformats.org/officeDocument/2006/relationships/notesMaster" Target="/ppt/notesMasters/notesMaster1.xml" Id="R26fcdfa669c3453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67495aca514d1d" /><Relationship Type="http://schemas.openxmlformats.org/officeDocument/2006/relationships/notesMaster" Target="/ppt/notesMasters/notesMaster1.xml" Id="Recf8ee0c64aa47f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a5bed09c7444950" /><Relationship Type="http://schemas.openxmlformats.org/officeDocument/2006/relationships/notesMaster" Target="/ppt/notesMasters/notesMaster1.xml" Id="Rb1ea986805e54ea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2ad8334f5184efa" /><Relationship Type="http://schemas.openxmlformats.org/officeDocument/2006/relationships/notesMaster" Target="/ppt/notesMasters/notesMaster1.xml" Id="R2045038cdcf0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先問管理問題：當一筆交易橫跨多個機構，誰的紀錄算數？本週不做程式設計。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以跨行轉帳、證券交割或保險理賠為例。交易的困難也在多方如何確認同一狀態。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先建立管理問題，再談技術。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把ledger連結到會計與金融制度；帳本承載權利、義務與交易狀態。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集中式不等於落後；金融核心系統常有充分理由採用。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思考共享狀態能減少哪些工作，又有哪些責任不會消失。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DLT是較廣概念，區塊鏈是常見實作之一。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https://www.nist.gov/publications/blockchain-technology-overview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NIST使用抗竄改相關表述，不宜簡化成絕對不可改。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https://www.nist.gov/blockchain</a:t>
            </a:r>
          </a:p>
          <a:p xmlns:a="http://schemas.openxmlformats.org/drawingml/2006/main">
            <a:r>
              <a:t>- https://csrc.nist.gov/glossary/term/blockchain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不要把任何共享資料庫都稱為區塊鏈。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校正舊教材容易過度簡化的說法。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不同網路的角色名稱與權責不同。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不要把送出、上鏈與最終完成混為一談。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只講功能概念，不要求計算雜湊。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數位簽章證明相對應私鑰對訊息的授權，不等於直接證明真實姓名。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不同網路的區塊內容不同。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實際安全仍取決於共識、節點分布、軟體與治理。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節點數量不等於實質去中心化。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流程足以支撐角色與風險辨識。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https://www.nist.gov/publications/blockchain-technology-overview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說明特性時必須同時說出限制。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https://csrc.nist.gov/glossary/term/blockchain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金融制度仍需沖正、爭議與法律救濟。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https://www.nist.gov/blockchain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金融應用常將敏感資料留在鏈下。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從多層次觀察實際集中程度。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信任結構改變，但責任與風險不會消失。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這是評估起點，不是自動採用公式。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商業價值必須高於共識、治理、整合與合規成本。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後續週次再深入應用。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https://www.bis.org/publications/distributed-ledger-technology-payment-clearing-and-settlement-analytical-framework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更新舊教材的技術、法規與成本內容。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https://www.bis.org/media-releases/20240516-basel-committee-publishes-report-digitalisation-finance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沒有唯一答案；重點是提出替代方案、成本與治理責任。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e8107b40047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31b9b36034976" /><Relationship Type="http://schemas.openxmlformats.org/officeDocument/2006/relationships/slideLayout" Target="/ppt/slideLayouts/slideLayout1.xml" Id="R69b6574e380b4e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b6574e380b4e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00f900cf545ca" /><Relationship Type="http://schemas.openxmlformats.org/officeDocument/2006/relationships/notesSlide" Target="/ppt/notesSlides/notesSlide1.xml" Id="Rdb538b3865234c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452d43ef64fa3" /><Relationship Type="http://schemas.openxmlformats.org/officeDocument/2006/relationships/notesSlide" Target="/ppt/notesSlides/notesSlide2.xml" Id="Rbde3377ba7b741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708a917c04c69" /><Relationship Type="http://schemas.openxmlformats.org/officeDocument/2006/relationships/notesSlide" Target="/ppt/notesSlides/notesSlide3.xml" Id="R16e4e4df835a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3ece968fa47cd" /><Relationship Type="http://schemas.openxmlformats.org/officeDocument/2006/relationships/notesSlide" Target="/ppt/notesSlides/notesSlide4.xml" Id="Re7049e10138b4c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afadcda11490a" /><Relationship Type="http://schemas.openxmlformats.org/officeDocument/2006/relationships/notesSlide" Target="/ppt/notesSlides/notesSlide5.xml" Id="R77d8a4f0536a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52971d46f4bcc" /><Relationship Type="http://schemas.openxmlformats.org/officeDocument/2006/relationships/notesSlide" Target="/ppt/notesSlides/notesSlide6.xml" Id="Rc9c7dacbb41047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9dbf3a192473b" /><Relationship Type="http://schemas.openxmlformats.org/officeDocument/2006/relationships/notesSlide" Target="/ppt/notesSlides/notesSlide7.xml" Id="R5109aeb0d80145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1b4eb08cf461a" /><Relationship Type="http://schemas.openxmlformats.org/officeDocument/2006/relationships/notesSlide" Target="/ppt/notesSlides/notesSlide8.xml" Id="R0c9a8e7e15b14a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8a9b3292a4f6b" /><Relationship Type="http://schemas.openxmlformats.org/officeDocument/2006/relationships/notesSlide" Target="/ppt/notesSlides/notesSlide9.xml" Id="R0db7b6b681744e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d70d27d6d45e3" /><Relationship Type="http://schemas.openxmlformats.org/officeDocument/2006/relationships/notesSlide" Target="/ppt/notesSlides/notesSlide10.xml" Id="Rab3cd9f6c0024c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340c2260a400d" /><Relationship Type="http://schemas.openxmlformats.org/officeDocument/2006/relationships/notesSlide" Target="/ppt/notesSlides/notesSlide11.xml" Id="Rc75a0ede3bc049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87e1a761f4e95" /><Relationship Type="http://schemas.openxmlformats.org/officeDocument/2006/relationships/notesSlide" Target="/ppt/notesSlides/notesSlide12.xml" Id="Ra10ab65e632d4b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fff7b29694631" /><Relationship Type="http://schemas.openxmlformats.org/officeDocument/2006/relationships/notesSlide" Target="/ppt/notesSlides/notesSlide13.xml" Id="Rc051ad063c3247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d55d277984913" /><Relationship Type="http://schemas.openxmlformats.org/officeDocument/2006/relationships/notesSlide" Target="/ppt/notesSlides/notesSlide14.xml" Id="Ra8979bbd449b4e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4aecb70a44e26" /><Relationship Type="http://schemas.openxmlformats.org/officeDocument/2006/relationships/notesSlide" Target="/ppt/notesSlides/notesSlide15.xml" Id="Rcb6d0ff7d19241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567f76d594d70" /><Relationship Type="http://schemas.openxmlformats.org/officeDocument/2006/relationships/notesSlide" Target="/ppt/notesSlides/notesSlide16.xml" Id="Rfcf7de0ec1504f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2ccfb97f844fb" /><Relationship Type="http://schemas.openxmlformats.org/officeDocument/2006/relationships/notesSlide" Target="/ppt/notesSlides/notesSlide17.xml" Id="Re137d7128fc54b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63bf6f1d14b4b" /><Relationship Type="http://schemas.openxmlformats.org/officeDocument/2006/relationships/notesSlide" Target="/ppt/notesSlides/notesSlide18.xml" Id="Rb5d0d91d93244d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43dafb33443ef" /><Relationship Type="http://schemas.openxmlformats.org/officeDocument/2006/relationships/notesSlide" Target="/ppt/notesSlides/notesSlide19.xml" Id="Ra775e69a018a4ae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ecf7c56db4013" /><Relationship Type="http://schemas.openxmlformats.org/officeDocument/2006/relationships/notesSlide" Target="/ppt/notesSlides/notesSlide20.xml" Id="R9fb6da049b0b4d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447c2a9214b18" /><Relationship Type="http://schemas.openxmlformats.org/officeDocument/2006/relationships/notesSlide" Target="/ppt/notesSlides/notesSlide21.xml" Id="Raa1ead5f59eb4d2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57977ce054442" /><Relationship Type="http://schemas.openxmlformats.org/officeDocument/2006/relationships/notesSlide" Target="/ppt/notesSlides/notesSlide22.xml" Id="Rba65a502b8ca4f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afa82a4c4445e" /><Relationship Type="http://schemas.openxmlformats.org/officeDocument/2006/relationships/notesSlide" Target="/ppt/notesSlides/notesSlide23.xml" Id="R449bef3cc49f40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a2282bf4c4998" /><Relationship Type="http://schemas.openxmlformats.org/officeDocument/2006/relationships/notesSlide" Target="/ppt/notesSlides/notesSlide24.xml" Id="R7b36b6830cd146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ba1010d1644c0" /><Relationship Type="http://schemas.openxmlformats.org/officeDocument/2006/relationships/notesSlide" Target="/ppt/notesSlides/notesSlide25.xml" Id="R4a93b297bb3a4c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3ff3aff974848" /><Relationship Type="http://schemas.openxmlformats.org/officeDocument/2006/relationships/notesSlide" Target="/ppt/notesSlides/notesSlide26.xml" Id="Rea0edaf995094ae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711f2f4654ba3" /><Relationship Type="http://schemas.openxmlformats.org/officeDocument/2006/relationships/notesSlide" Target="/ppt/notesSlides/notesSlide27.xml" Id="R4e0e4c67b44c4cf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4dee54175429d" /><Relationship Type="http://schemas.openxmlformats.org/officeDocument/2006/relationships/notesSlide" Target="/ppt/notesSlides/notesSlide28.xml" Id="R3a4f42d78f8245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745e805334603" /><Relationship Type="http://schemas.openxmlformats.org/officeDocument/2006/relationships/notesSlide" Target="/ppt/notesSlides/notesSlide29.xml" Id="Re69fba019877498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6336a277e4b5a" /><Relationship Type="http://schemas.openxmlformats.org/officeDocument/2006/relationships/notesSlide" Target="/ppt/notesSlides/notesSlide30.xml" Id="Rba9e196dac8746b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94663e7904d24" /><Relationship Type="http://schemas.openxmlformats.org/officeDocument/2006/relationships/notesSlide" Target="/ppt/notesSlides/notesSlide31.xml" Id="R0a01996ec748464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a87cec62e4369" /><Relationship Type="http://schemas.openxmlformats.org/officeDocument/2006/relationships/notesSlide" Target="/ppt/notesSlides/notesSlide32.xml" Id="R2264bf7429d2443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d98b2ac8544da" /><Relationship Type="http://schemas.openxmlformats.org/officeDocument/2006/relationships/notesSlide" Target="/ppt/notesSlides/notesSlide33.xml" Id="R65d71f22accb4f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C06ED-2D43-409B-9635-CC7BE3B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E8ADE-BF8A-4BA3-86B4-0FCB89F0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81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Week 1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區塊鏈如何重設信任？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32C14-D7B8-464B-A553-4F6D51C8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金融管理視角｜帳本、共同驗證與技術適用性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A36CA-F499-4F56-AFD2-D47DEA88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第一節：從交易問題理解區塊鏈</a:t>
            </a:r>
          </a:p>
        </p:txBody>
      </p:sp>
    </p:spTree>
    <p:extLst>
      <p:ext uri="{BB962C8B-B14F-4D97-AF65-F5344CB8AC3E}">
        <p14:creationId xmlns:p14="http://schemas.microsoft.com/office/powerpoint/2010/main" val="39631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E76CB-EE91-440A-B44E-6B4787D3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D9150-5C34-4930-9D71-6F7B683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一筆跨機構交易，為什麼會出現多個答案？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22ED2-F435-425F-A803-20BC2DA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4A23A-B080-402F-9439-8957999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1A468-06E9-4EEB-90D5-69D74A13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F3222-CE2F-46E5-AE3D-8D9A2C10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53E32-DE42-421B-BEDF-0BCF3801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4E3A3-65A7-48BD-B61A-D0BBB2F6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付款人的畫面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DC01E-E1ED-4285-A675-ECFBD566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帳戶已扣款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交易顯示成功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款項仍可能處於處理中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A6928-3BDF-42F3-8ED6-67A78CD7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其他參與者的畫面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C8F71-A7D1-402E-8AF1-F3DA06C3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收款行尚未入帳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清算機構仍在核對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各方更新時間與資料格式不同</a:t>
            </a:r>
          </a:p>
        </p:txBody>
      </p:sp>
    </p:spTree>
    <p:extLst>
      <p:ext uri="{BB962C8B-B14F-4D97-AF65-F5344CB8AC3E}">
        <p14:creationId xmlns:p14="http://schemas.microsoft.com/office/powerpoint/2010/main" val="1792120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A82E0-E844-422E-A6AA-E44B7BBB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67668-93F9-4410-AE90-49403022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多方交易的核心，是紀錄與責任如何協調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BD90C-42A7-436B-AC0F-26B64844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695A4-9BA4-4A95-B70C-B34E9F7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824B3-081E-43F0-9992-F2549621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A87FB-193C-4DFF-AE7E-1AA3E4E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D2C3B-A3D3-4BDD-A535-03E525B7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正式紀錄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9857A-30C8-47E2-A931-EEB1FD00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哪一份帳本具有最終效力？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7A22D-BFF2-460F-9B91-06F06121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281AE-C441-4D4A-A478-26AB091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狀態一致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C0D3F-2A6A-4D54-9D9B-BB7021A0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各機構如何確認看到同一版本？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5927E-AFAA-4F15-B1FA-0A514F0B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AD39B-BADE-4A00-9604-9ED5F9B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錯誤補救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F5D65-C1C1-47E6-903A-30B4485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資料錯誤、重複或爭議如何處理？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D4A01-50EF-40F7-AC92-63A8B86C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7AF05-C819-4EF3-9994-4C712EDE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責任歸屬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C6644-DC1A-49D6-A6B6-CE0D069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延誤、舞弊或系統失效由誰承擔？</a:t>
            </a:r>
          </a:p>
        </p:txBody>
      </p:sp>
    </p:spTree>
    <p:extLst>
      <p:ext uri="{BB962C8B-B14F-4D97-AF65-F5344CB8AC3E}">
        <p14:creationId xmlns:p14="http://schemas.microsoft.com/office/powerpoint/2010/main" val="1075771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91D65-0544-4B35-A9BE-96E53777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C9451-DEEE-4BA2-9AF7-92728DD2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帳本是經濟活動的正式紀錄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17B9E-9A09-4163-99B9-5C66B6DD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C1C70-FF41-46F9-85A9-F5900DA7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83A0B-376F-4365-BAD9-192EC037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D7592-A53D-4EEF-8837-46016691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金融管理中的帳本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3CA28-2AF2-4246-BCF3-C2C2B92D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104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誰擁有什麼、誰欠誰、交易何時生效，都需要可被信賴的紀錄。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5137E-B1B3-4351-9565-77BBD9A7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096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7BB29-BF2C-4DCA-A150-6F322BDF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銀行存款、證券持有、保險契約與供應鏈應收款，都依賴紀錄的正確性與可追溯性。</a:t>
            </a:r>
          </a:p>
        </p:txBody>
      </p:sp>
    </p:spTree>
    <p:extLst>
      <p:ext uri="{BB962C8B-B14F-4D97-AF65-F5344CB8AC3E}">
        <p14:creationId xmlns:p14="http://schemas.microsoft.com/office/powerpoint/2010/main" val="65545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8D15B-D38A-472B-B027-9AA8CE47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26275-8D86-49B5-8A7E-B859124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集中式帳本用單一管理者換取效率與責任清楚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8B6C0-EB05-47B0-A977-2B0E10CA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B921B-6130-4CF9-99D6-4BB774F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2078E-0284-40B5-96FB-32AE4FD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7C8A4-3648-4BB6-8265-B765FA60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9161F-010F-46E6-BA6A-C1751C70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697D4-99FB-4B26-9520-3740BB95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優點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99C3C-D7B6-4A31-83F2-B339651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單一機構決定格式與權限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更新速度通常較快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責任與法律主體較清楚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更正與刪除較容易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E05A9-3C78-4FE3-825D-59281DE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8D9D9-970B-45FA-87DF-7E60AA2F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跨機構仍要反覆對帳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需信任中心管理者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可能形成單點故障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參與者對控制權有疑慮</a:t>
            </a:r>
          </a:p>
        </p:txBody>
      </p:sp>
    </p:spTree>
    <p:extLst>
      <p:ext uri="{BB962C8B-B14F-4D97-AF65-F5344CB8AC3E}">
        <p14:creationId xmlns:p14="http://schemas.microsoft.com/office/powerpoint/2010/main" val="2082142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95FA7-DDD5-4DD0-A99B-07A67951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C0FF2-1B53-4D75-902A-D095DB73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對帳是在不同帳本之間尋找同一個真相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2078-C349-41AF-B893-922BF7E5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1273C-0BE7-4723-B937-7FDAFB88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4AEE2-F79D-4FF5-82C4-F23082C3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D8379-3789-4355-BBB3-7A3BE290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3EC6A-3866-41C3-9196-F2D09DF8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A43AF-07CE-4A52-8DCF-07637E49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54F9D-1FE7-48AE-8B9D-F14F13D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54E47-1EB6-4EAE-BF1F-27438BC0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B1B03-D9F6-4420-8BD1-8B1E1941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9C614-5949-451A-B50C-2D7404D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各自記錄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0DED4-F1D6-48F0-BA36-95A22506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機構依內部流程入帳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F3348-F01A-426A-8967-31312055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5B3B4-C8D8-4C24-A948-2D5B9E96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D8412-6AF5-44BA-BEB6-03C903F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交換資料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04E96-7185-4BCA-A72A-86C588D8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傳送報表或訊息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35266-E689-4259-8886-990F1BC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805B8-4E52-4FFE-A4D9-4C6BAA8C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6B353-7571-4268-A300-F89B8B4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比對差異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791CA-3F65-4D1D-9B0F-1EFB2CEE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找出金額、時間與狀態差異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E9BB3-6F0E-4705-B5DC-1BBC20B2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C3B2B-CF07-4A4C-824F-7A9D7C81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697F0F-C1DE-4AC0-BD67-0693FE71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調查原因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51565-9D75-41CB-AAEC-058CF8E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確認延誤、錯誤或重複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F1650-9FB3-48ED-961F-D57AA397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7B8D8-27FB-40DB-82FD-1242645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3E7B7-310D-41F1-A664-C84F4CA3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調整帳務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5EC5D-146A-4B73-81F2-96E37D87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依規則修正並結案</a:t>
            </a:r>
          </a:p>
        </p:txBody>
      </p:sp>
    </p:spTree>
    <p:extLst>
      <p:ext uri="{BB962C8B-B14F-4D97-AF65-F5344CB8AC3E}">
        <p14:creationId xmlns:p14="http://schemas.microsoft.com/office/powerpoint/2010/main" val="20578780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E44F0-0077-4193-8FC6-9A46FB82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31A23-55B5-44B8-9C7E-B160496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分散式帳本讓多個節點依共同規則維護狀態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0FF04-FDE3-462D-89BE-B704C2F0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142D-1177-4938-9E01-EE2127DC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66190-5DAC-4755-A80E-972AFB37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E3C27-C15C-49D6-8FEA-D2D6DA32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53A1B-9BD1-43B4-870B-8916DF5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9A198-7BB9-46CE-9B57-712824A4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分散式帳本 DLT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5B6FA-C62F-4AAF-BB98-7CC551F6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紀錄存在於多個節點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節點依事先約定規則同步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參與者可能屬於不同組織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A849C-3C68-4BAE-9A49-7DEB85D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管理上的交換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FC70B-1B00-4044-8158-87E194BF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減少部分版本差異與對帳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增加共識、權限、隱私、治理與整合成本</a:t>
            </a:r>
          </a:p>
        </p:txBody>
      </p:sp>
    </p:spTree>
    <p:extLst>
      <p:ext uri="{BB962C8B-B14F-4D97-AF65-F5344CB8AC3E}">
        <p14:creationId xmlns:p14="http://schemas.microsoft.com/office/powerpoint/2010/main" val="1086031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18406-96A0-457B-9C54-F985EE56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960DD-DFC6-4906-A991-5768930C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區塊鏈是具有密碼學連結與共識規則的共享帳本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88E13-0881-437E-916D-CFF083F8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C68C4-17EF-427E-B66C-43769E42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2F05F-4D36-4BA4-9AFE-74CC7717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5A653-B68E-42CE-A766-15A46033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實用定義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76DD9-CFB0-4CEA-905E-78EC60BA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104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經驗證的交易依規則形成紀錄，前後以密碼學連結，參與者依共識維護共同接受的帳本狀態。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BBE30-2177-4C85-8639-53893CD7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096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BA51D-9BF3-4EA9-BFC5-801477E2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關鍵不只是『分成區塊』，而是誰能參與、如何驗證、如何取得一致，以及規則如何治理。</a:t>
            </a:r>
          </a:p>
        </p:txBody>
      </p:sp>
    </p:spTree>
    <p:extLst>
      <p:ext uri="{BB962C8B-B14F-4D97-AF65-F5344CB8AC3E}">
        <p14:creationId xmlns:p14="http://schemas.microsoft.com/office/powerpoint/2010/main" val="1101834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6DCE6-ECCC-4A09-B174-88EFA6F3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616F5-6863-43E9-A264-6EEB433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資料庫、DLT與區塊鏈不是同義詞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1F210-FAE0-4B2A-953B-4700630A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3243B-98BE-48AB-B082-A6C39A3C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10BBD-427A-4874-A3E4-F11B211A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F9E61-C739-4DEC-860F-BD23D4ED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3997B-2275-4AF9-9082-7B28BF9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54804-5F92-4292-AFD1-BB9FB827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儲存與管理資料的通用工具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F5F3A-E7FF-4304-8831-2517466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85AA4-F9B5-4F8E-A4E8-002B0D0B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集中式帳本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7C887-28C2-45CD-9E56-F4BCDBDD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單一組織控制正式版本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7BE7C-ED35-4EE8-93C1-7043133F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EC363-9AC2-4247-9C6C-F33936C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分散式帳本 DLT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815C8-6EFC-41BB-B363-F443445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多節點同步或共同維護狀態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11643-5A43-4B05-9946-0182A6D9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2849D-562D-4B57-B880-ED15534E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區塊鏈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AA136-4725-4E55-ADEA-069D353A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以成批紀錄、密碼學連結與共識維護的DLT</a:t>
            </a:r>
          </a:p>
        </p:txBody>
      </p:sp>
    </p:spTree>
    <p:extLst>
      <p:ext uri="{BB962C8B-B14F-4D97-AF65-F5344CB8AC3E}">
        <p14:creationId xmlns:p14="http://schemas.microsoft.com/office/powerpoint/2010/main" val="1254069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D469E-2788-437D-B988-E2AD5A5C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E43C6-C8D7-4F9D-9AC5-0716EFB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四個常見口號，都需要加上條件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AC7F6-3F8C-4D75-8280-18C9632D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D8FCF-3CA9-4AAA-A833-612E9708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8BF18-3B14-4B8C-9658-C74BA1F6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40971-6ED5-43F3-9F9A-6A86A0EB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37016-05BB-4A49-89FD-A6A9EF86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去中心化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4A36A-E724-45D3-A9EA-BF6E62EB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實際控制仍可能集中於少數參與者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5501F-7955-4F8E-A40C-5EFCF3F7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D23EE-413A-4547-B16C-76212596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公開透明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12D2F-2C2E-4371-A389-C339C2B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可見範圍取決於權限設計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9EB6F-7412-4B8E-9F98-E93CE9C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06725-57F5-43BF-8B36-48E3F3DD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不可篡改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5F53F-3F4F-4374-9990-6E1BEF93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較準確是修改可被發現或成本很高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EAD84-9E10-426B-9744-E5CFE01F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70897-FEAB-46BF-A791-A8D773A0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不需要信任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C7FF7-683C-47EA-A3E3-91C25E0F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信任轉向規則、金鑰、治理與服務者</a:t>
            </a:r>
          </a:p>
        </p:txBody>
      </p:sp>
    </p:spTree>
    <p:extLst>
      <p:ext uri="{BB962C8B-B14F-4D97-AF65-F5344CB8AC3E}">
        <p14:creationId xmlns:p14="http://schemas.microsoft.com/office/powerpoint/2010/main" val="5996200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91184-6968-42AF-B998-9AF55D85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0EF1C-47A1-4CE8-8BD1-B7360A6B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E4B65-D18D-40FA-81E1-EE2383E6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632FF-4876-401B-B862-BE5B44F5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A02C0-B441-4266-B5F1-1A681FB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86FC4-DB18-4D02-85D5-8C418BFE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A230F-7FE9-4C9A-8DD4-74E27FEE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9B2E3-EE3D-4ACB-8CA6-61DC9850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4723B-F72F-4183-8D6E-AEED27AD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A158E-7A0D-47C0-B3DA-59AFA0AF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8A82A-82F9-4620-AB13-0078E306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1. 跨機構交易最常增加哪項工作？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1D65C-45B4-487D-87C3-0EC0714C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行銷　B 對帳　C 招募　D 定價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5E9C7-3AF1-4324-B639-EB571044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14773-BF7A-4C15-9D8C-5F08892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答案：B。不同帳本需比對差異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0487D-6732-47E7-9B52-359A393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2. 集中式帳本一定不好嗎？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F37AC-4745-475F-A351-6B6FF47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是　B 否　C 只有銀行例外　D 只有政府例外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53CF8-54FF-4E44-9206-76387FD0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336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8378B-9DC4-462F-9827-66A2CDE5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765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答案：B。效率與責任清楚常是優點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F3A42-F566-4C00-A40B-E7DC7648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3. DLT與區塊鏈的關係？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4938B-2EDA-4BF0-9532-C8F14B08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同義　B 區塊鏈通常是DLT的一種　C DLT一定挖礦　D 無關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12743-0BB1-490F-951E-60449ECF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480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36B27-28B8-4839-A926-DDBADF88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909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答案：B。DLT範圍較廣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53BDE-EE82-4BAD-928B-CB171A33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4. 區塊鏈會讓輸入資料自動正確嗎？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6ED2D-3E00-4E9B-A956-4628F571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會　B 不會　C 僅公有鏈會　D 僅金融業會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851D7-212B-49A6-9E08-2A05646B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624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3C1FD-B47B-4D98-878B-D702BF5C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053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答案：B。仍需查核資料來源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91B6F-EB79-427A-B197-11F8BF17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5. 如何專業理解去中心化？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0D847-1871-4769-954E-CF55DE47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無人管理　B 一定匿名　C 檢查控制與治理分布　D 免費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50EA1D-0AEF-464F-9A5D-1145C894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768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016848-E013-4855-BE75-8328DE0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1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答案：C。不能只看名稱</a:t>
            </a:r>
          </a:p>
        </p:txBody>
      </p:sp>
    </p:spTree>
    <p:extLst>
      <p:ext uri="{BB962C8B-B14F-4D97-AF65-F5344CB8AC3E}">
        <p14:creationId xmlns:p14="http://schemas.microsoft.com/office/powerpoint/2010/main" val="654711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B317E-7D19-4EB2-8737-F3B26248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0EFE2-6592-4F96-9787-92983193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把區塊鏈拆成可理解的角色與步驟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04226-1DD6-404D-9F1C-117FEC28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4DAE6-83CD-4604-9222-E78D6CE2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60D06-57C0-4F0C-8E65-1B2D545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11980-1242-4735-91D4-7413E6D2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第二節的核心問題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3E6C5-5371-4941-B99B-26A0D4A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104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一筆交易如何從使用者提出，變成多方共同接受的帳本紀錄？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6F86A-D051-410A-8F4A-064739D9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096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894C5-4FB3-4870-9DD0-E175EE56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先掌握功能與風險，不深入程式碼、數學證明或協議實作。</a:t>
            </a:r>
          </a:p>
        </p:txBody>
      </p:sp>
    </p:spTree>
    <p:extLst>
      <p:ext uri="{BB962C8B-B14F-4D97-AF65-F5344CB8AC3E}">
        <p14:creationId xmlns:p14="http://schemas.microsoft.com/office/powerpoint/2010/main" val="14117375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00045-E326-4181-A968-F8DAEEFE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A8D53-1739-40D3-91F5-E06FC13E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參與者不是只有『礦工』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9F68D-3512-4FA9-B914-CE06AE11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15321-7386-4CE9-8D1B-9AA4140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61DD8-9893-4A5A-8DEE-5B316C32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3B87E-AFC6-4F70-AF54-D6F057CA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2EC89-9862-4B2B-B003-7704839D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使用者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87098-7A16-4D31-B5DD-B38C716E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建立交易並管理憑證或金鑰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42551-F59F-4662-936D-85CF35E6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7548D-8D1C-467F-BB11-69C8F93D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節點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09B3F-72CC-4F15-9D60-6D8FBB72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接收、檢查、保存與傳播紀錄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6430A-01E3-4D22-958A-87BBB15C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11BD6-D59E-4BA3-89A1-2DF13F5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驗證／出塊者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0C53D-281B-4381-ADDB-C4CEEB32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排序或提出新的帳本紀錄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11A0B-450E-4AD1-84C4-A5BD442F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558C7-2885-46C7-A120-AB9CD25C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治理與服務者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46CD2-0170-4423-BEE1-31E94FB3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制定規則；平台與託管連結使用者</a:t>
            </a:r>
          </a:p>
        </p:txBody>
      </p:sp>
    </p:spTree>
    <p:extLst>
      <p:ext uri="{BB962C8B-B14F-4D97-AF65-F5344CB8AC3E}">
        <p14:creationId xmlns:p14="http://schemas.microsoft.com/office/powerpoint/2010/main" val="3277124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C98F3-C3F9-4F83-8C62-A594716E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53BD8-6D7C-4E34-BA9F-51DE8E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交易是一項改變帳本狀態的指令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DA65B-3F84-4586-9A35-3226786A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1DA32-F61E-47AA-8E79-CD8333B6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D2BEC-1F3D-4A7E-AC17-4B3AD06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AE933-0481-41BE-95A6-C61CD89C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D5A43-CDD1-402D-B46E-968C826F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46A50-1062-47F1-8C09-35352005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交易通常包含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5324-44F2-4C2D-888A-E93A48A2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發起者或帳戶識別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資產、金額或權利內容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接收對象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授權證明與必要條件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5982A-51F3-4BE7-9887-36C90693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交易不等於立即完成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529F6-7EBF-4C97-8F29-D88ADC20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先被提出與傳播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再經規則驗證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之後被納入帳本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仍需等待確認或最終性</a:t>
            </a:r>
          </a:p>
        </p:txBody>
      </p:sp>
    </p:spTree>
    <p:extLst>
      <p:ext uri="{BB962C8B-B14F-4D97-AF65-F5344CB8AC3E}">
        <p14:creationId xmlns:p14="http://schemas.microsoft.com/office/powerpoint/2010/main" val="15725622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F373D-FB09-44B4-8D4E-539D9E88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BD40C-A58B-42EE-BB26-0BE7C9DA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雜湊像資料的數位指紋，用來察覺變動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32D39-3109-4818-AFEB-60555FAF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4C69E-BC52-4547-B7E6-8C3FB2B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EEB34-26B8-4809-BAA3-D7FAD1D5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91256-63DF-471E-9BB3-AC06A5BF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37F56-3462-4095-AF6D-E0842F2E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4C5A7-8419-4E10-A5B6-EE5A2FCD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它能協助什麼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38F69-158E-4E3D-83BD-5255326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把資料轉成固定長度摘要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原資料稍改，摘要通常大幅不同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可檢查紀錄是否遭改動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15C58-66CC-4ABA-AF4E-D3D3F0F5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它不是什麼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79D0A-F075-4A45-A814-7DD700DC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不是把資料加密後再解密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不能證明輸入資料真實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也不代表知道資料由誰提供</a:t>
            </a:r>
          </a:p>
        </p:txBody>
      </p:sp>
    </p:spTree>
    <p:extLst>
      <p:ext uri="{BB962C8B-B14F-4D97-AF65-F5344CB8AC3E}">
        <p14:creationId xmlns:p14="http://schemas.microsoft.com/office/powerpoint/2010/main" val="5919001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6147F-F092-43EC-9968-FC9FF71E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6DCDF-D418-433C-B5C9-9A77C17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數位簽章回答誰授權，金鑰管理決定安全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3033C-EE57-4333-BFB3-71451BB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A73CB-39C7-475E-AFC0-69EA2ADC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411A5-BDA6-42FD-A33A-269BC19D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17DE0-CEBF-44A8-9350-E2B32178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FF39E-4512-4321-98C2-55BAB562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EB911-72A5-4590-982A-B7B342D0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基本邏輯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9B91A-5833-4E8C-9F68-0C6DC393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持有人以私鑰產生簽章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他人用相對應公鑰驗證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可驗證授權與資料完整性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379C6-204D-4B01-B9B6-B846032C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金融管理風險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244D2-D8CD-4999-95EA-98CFF62F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私鑰遺失可能無法操作資產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私鑰外洩可能遭冒用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託管、分權與復原機制很重要</a:t>
            </a:r>
          </a:p>
        </p:txBody>
      </p:sp>
    </p:spTree>
    <p:extLst>
      <p:ext uri="{BB962C8B-B14F-4D97-AF65-F5344CB8AC3E}">
        <p14:creationId xmlns:p14="http://schemas.microsoft.com/office/powerpoint/2010/main" val="5836501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51DCC-E0C5-4D26-8519-6DB1CFFF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1D558-849C-4558-9B29-B66AFE38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區塊把一批交易整理成紀錄單位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6DBCA-1601-44C5-888A-4D9924E4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55F0A-F872-4159-8753-C04366F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AF6CD-447B-491F-A9D7-BD06E07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3A358-2B70-4563-BD64-BE79DFFB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29D9F-891B-4169-B9C9-844EFBFF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交易集合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24202-7C2D-484F-A7B6-00E49FBA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通過基本驗證的候選交易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849D1-C36B-4394-A6FA-CEFC0250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27860-7582-4189-B3D8-9D4F9169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時間或順序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94261-E807-4C4C-8DF6-B39258E9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協助形成可追溯歷史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0170B-8095-44AC-9CB4-64BF3BB9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B9FA7-09C6-4915-806D-2E9AFEFE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前一紀錄摘要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E0558-0F72-4B61-B245-82C670D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把本區塊與先前歷史連結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DC712-A8DE-4D9C-AD90-C6D43E88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93AD9-ECD6-4DF2-891C-1ED82171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共識所需資料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4AC48-E7AF-4B2D-BBC6-8D8822DC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依機制包含驗證或出塊資訊</a:t>
            </a:r>
          </a:p>
        </p:txBody>
      </p:sp>
    </p:spTree>
    <p:extLst>
      <p:ext uri="{BB962C8B-B14F-4D97-AF65-F5344CB8AC3E}">
        <p14:creationId xmlns:p14="http://schemas.microsoft.com/office/powerpoint/2010/main" val="11650357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A3B91F-83C4-4A1A-A35D-758FDFB2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BBBC7-F4DA-498C-AC9B-270F236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前後區塊相連，使竄改歷史留下連鎖痕跡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6279-D0DF-4483-BED0-CAD4F581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AB201-21AB-427E-A801-196597D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54EC4-C5AD-46FC-8D36-D12D1D3A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75BA3-9FDA-43B7-BDE1-6F47E4A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E43A4-B070-43F8-8737-EC9EE2A6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59DC7-F941-4852-A795-97041015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F8250-EFA2-4FB2-95E9-2944C04B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451C1-36F5-4DCB-ACDF-4CAC2242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FA04E-562A-4073-834A-F46438A5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1BAC2-E9B4-4459-8C15-CEC75F32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舊紀錄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78CF4-995E-4DDB-A961-288665CB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已確認的交易歷史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71BCF-C7D9-41E1-9F16-659DFDA5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B53B3-F817-496F-A252-DBE55FAE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F6F03-E5BD-4A30-B69D-0E05FEAC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摘要連結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24B5C-F5A9-44EB-810C-0621709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本區塊引用前一摘要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6FCBF-B321-4188-A27C-BAB1CB12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C346B-DB64-4005-BA03-C20ED164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50766-F94D-40B1-8D87-DCEFC4EE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改動發生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E1E66-3002-42A3-8DF9-AFA623F1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舊資料摘要隨之改變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8E80B-B7F1-4689-A32D-A8BF437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3173B-38FF-4473-AB5F-4974BA17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81CE4-C713-462D-9314-99CAAA80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連結失效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AD559-2F30-40E7-B8FC-5C9DDB12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後續紀錄不再一致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67A59-A5DB-4312-9182-1666A37E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AA09C-A77A-457A-B1C2-C9665D56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242F6-D674-4814-8BF1-F5909C82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網路判斷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E82028-83D1-464B-90C5-C4DFF8A9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依規則處理異常</a:t>
            </a:r>
          </a:p>
        </p:txBody>
      </p:sp>
    </p:spTree>
    <p:extLst>
      <p:ext uri="{BB962C8B-B14F-4D97-AF65-F5344CB8AC3E}">
        <p14:creationId xmlns:p14="http://schemas.microsoft.com/office/powerpoint/2010/main" val="7457069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B73EF-5C9A-4F5C-8479-CE0DF295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53A0C-9015-455C-9210-5F8B6A01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節點共同保存與檢查，不代表權力相同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CB42A-401A-4D2D-8918-FD1C2209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9259F-66F4-40F1-BD55-CAADA3AE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A5E95-27DB-4A91-A498-CAB12D1D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3EC13-E899-410B-B8CA-C40E99D9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A5710-4049-47B4-A4D6-4054220A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41AC1-4F6B-404B-9E86-7BD0365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節點可能執行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D0A60-51C4-45EF-9F8A-4F9BE23C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接收並轉傳交易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檢查交易是否符合規則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保存完整或部分帳本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向其他節點同步狀態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57577-106F-4222-8C62-71F7204A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仍要追問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23174-7D6F-4DAF-80F5-BF4FCB69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誰能成為節點？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誰能看見哪些資料？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誰能參與驗證或出塊？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實際控制是否集中？</a:t>
            </a:r>
          </a:p>
        </p:txBody>
      </p:sp>
    </p:spTree>
    <p:extLst>
      <p:ext uri="{BB962C8B-B14F-4D97-AF65-F5344CB8AC3E}">
        <p14:creationId xmlns:p14="http://schemas.microsoft.com/office/powerpoint/2010/main" val="10569156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F713B-203C-410D-9895-335BEA4F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8A7B2-4F31-466B-A96E-37DE109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共識讓分散節點接受同一個狀態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8EDB3-8090-492E-BF94-634F8C12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4FD7-C015-4ED0-845C-67A1185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BD56D-E542-4AF9-9BA4-9BC34C3D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673EC-1BA9-470D-BFC9-D898B984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本週只記住功能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02F41-2657-4F81-8992-E18C4E42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104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當多個候選交易或紀錄同時出現，網路需要規則決定有效性、順序與共同接受的帳本版本。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E8DF6-9046-4D2C-B6D5-8C1DE7A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096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89FD5-99EC-475F-A200-898F1C42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不同共識的成本、性能與治理差異，留待後續週次比較。</a:t>
            </a:r>
          </a:p>
        </p:txBody>
      </p:sp>
    </p:spTree>
    <p:extLst>
      <p:ext uri="{BB962C8B-B14F-4D97-AF65-F5344CB8AC3E}">
        <p14:creationId xmlns:p14="http://schemas.microsoft.com/office/powerpoint/2010/main" val="14827859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1F3CC-F851-45DF-BA34-3042083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2CB11-E55E-45F5-B8C7-4E629199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一筆交易從提出到確認，至少經過五個環節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2D8F5-D58B-45F6-A4ED-8A12B444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3FCEB-D129-417E-B25E-4CCD11FA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0C0C4-4505-4F1B-83F2-ECCEE25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21C3D-4568-4844-BCF4-A41B0B18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8C398-9C84-4F14-BF8A-F196CE11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52FD4-F7FD-4442-BD7B-EFE5E49E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73874-794E-4AC5-8EE3-CDB47EDF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42A98-300B-403E-93E1-E8A62D8D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AED35-71EC-45F9-B633-0D526D6A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A4094-45E3-48DD-B296-91ECBD40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建立授權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52FEF-D7D2-4827-BF40-7D0D0D89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使用者提出並簽署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65A66-75AD-4769-866A-115BDC9F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723FC-B258-45C7-BF7B-13264F18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73D3A-1F10-43AB-9685-36A498D3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傳播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BF2E6-4AFD-4367-B77F-0576A81B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交易送往節點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8CC3A-34DB-42FC-B0BF-107362AE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EDE11-4BBF-4E10-9FF5-F810822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77488-5414-429E-A17E-856456D8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9053A-8B7E-4928-8EA9-AC8267E5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檢查格式、簽章與狀態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3286F-EACE-44A5-969B-68F8B737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1ED11-6CEB-47A7-862D-AEF8DC78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8E361-4ACE-4216-B6AD-93459CB0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排序記錄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F9166-4548-4780-A6DC-0B15CB1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納入候選帳本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DDE53-5DD8-4413-BA49-B6A9FBBD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21D1E-102C-4D20-9A74-17792FA4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79B13-6353-45CA-88D4-10984AB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765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確認最終性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18F2A-441D-4664-A4A0-BE66B520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052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依共識形成接受狀態</a:t>
            </a:r>
          </a:p>
        </p:txBody>
      </p:sp>
    </p:spTree>
    <p:extLst>
      <p:ext uri="{BB962C8B-B14F-4D97-AF65-F5344CB8AC3E}">
        <p14:creationId xmlns:p14="http://schemas.microsoft.com/office/powerpoint/2010/main" val="15661996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28276-4280-4FFB-8CA3-02B9FA71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84083-C540-4E70-9A1C-8D4450A8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258A3-9D75-4071-8F7B-D97D77D4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4B844-FE33-44F9-9A53-9EB0864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F8577-B731-479D-9F0D-9A0D0802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074E8-7AEB-4397-A0F8-07702B2D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347DD-994D-4370-B320-416B8785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2014D-941C-4019-8CB4-4FD988A0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EEC4E-8B9B-40CB-89D1-D3107050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D7682-F52D-4798-B9D0-8D8359CB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CE3FE-3651-4CD4-9AD1-8505CCBF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1. 雜湊最適合比喻成？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AB48C-5691-41D3-AF42-BBF234D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密碼　B 資料指紋　C 帳號　D 契約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ACADC-2626-42E0-8EA0-A5C929AC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3E74E-F966-40D5-BE9E-2CE2AF0A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答案：B。用來察覺資料變動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ED361-3BDB-44BD-9042-CC5824EB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2. 數位簽章主要證明？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F7DEF-38FA-40F3-B972-9715477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市價　B 授權與完整性　C 地址　D 獲利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D4F00-070E-4D86-8668-48F22013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336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B89E3-12B2-47D9-BDE3-7CCE953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765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答案：B。仍需妥善管理私鑰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ACC22-9971-4255-85D8-A6112D08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3. 節點多就必然完全去中心化？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1F1B1-00D3-4198-94C2-5B374D34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是　B 否　C 只看速度　D 只看幣價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8A3E3-72B4-4794-9EAD-733660C2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480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31289-ECC1-401F-B345-E809C9E8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909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答案：B。還要看權限與控制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DFA07-81A3-41C7-B388-4206D18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4. 共識機制的核心任務？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D93E6-A03E-4C07-B60A-CAEF9C8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行銷　B 決定共同狀態　C 保證漲價　D 取代法律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1EAD0-170C-41F5-9AA6-F850D093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624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9F185-FF74-4543-9543-78F1FAD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053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答案：B。處理有效性與順序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0E3D48-7390-49F2-8C58-0944CA94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5. 交易送出就立刻具最終性？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E9D551-C8BA-4B6A-B247-9A7C4B46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是　B 否　C 週末否　D 小額一定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0AAB0-7022-4E49-B85C-F84010CB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768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27A07-9F4E-4C4F-92F5-F36EE7FA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1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答案：B。還需驗證與確認</a:t>
            </a:r>
          </a:p>
        </p:txBody>
      </p:sp>
    </p:spTree>
    <p:extLst>
      <p:ext uri="{BB962C8B-B14F-4D97-AF65-F5344CB8AC3E}">
        <p14:creationId xmlns:p14="http://schemas.microsoft.com/office/powerpoint/2010/main" val="5763057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2F30E-6605-43C0-A036-80C09DAA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A1393-8D3D-4AA7-A82E-937A990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四項常見特性，都必須連同前提一起說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AFE3B-6242-4313-ADE5-26420A87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4E940-D9A3-49A9-9335-0EA86FE0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69457-5E65-4558-BA29-01D688C3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7A472-2D57-4585-B960-65E932F3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C935D-DC42-4888-AA0B-B820225A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分散維護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F7DBD-B740-483F-A46D-F34AABF1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多節點持有；實際控制仍可能集中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2C1EE-7047-434E-AE40-1B4270E2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8A6D4-7ECD-4119-ACF8-1F956BEE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2EEA6-CA0D-45D8-B771-CBB2844F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可依規則檢查；不等於認識交易者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68D6B-77C6-43EB-8853-37CBD9EB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CF348-C7CB-48FF-ADDF-8E79CC75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抗竄改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BBF1A-9E63-4CAD-92EB-6E3CC352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改寫可被發現或成本高；非絕對不可能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81273-B2B4-44C9-B085-BB1D745B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1BEED-78A0-480A-9D6E-DC182F41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可追溯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A82B4-0F97-4884-804E-0C651695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鏈上路徑可查；鏈下身分需其他證據</a:t>
            </a:r>
          </a:p>
        </p:txBody>
      </p:sp>
    </p:spTree>
    <p:extLst>
      <p:ext uri="{BB962C8B-B14F-4D97-AF65-F5344CB8AC3E}">
        <p14:creationId xmlns:p14="http://schemas.microsoft.com/office/powerpoint/2010/main" val="4919610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E892F-39E3-4002-93D0-8A5299F9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4A6A6-BF72-4657-8295-D3811D4C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『不可篡改』更準確的說法是抗竄改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7F321-C7A2-430F-8285-7C16AF82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BCC3E-24C7-4BEF-BC7D-91125C24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40EA8-4B18-46F5-8A1C-633AFED1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A36D6-51CB-4A3D-8E9C-73ACEFBE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2ABB8-91FD-4EF9-AC33-9460F20A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6B8C3-1EEF-48A1-8AEC-E46F63AE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通常能做到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AD37E-C1C3-4622-9406-3421897C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前後紀錄以摘要連結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未授權修改留下痕跡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確認越深，改寫通常越困難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3DD44-E113-45C1-9C43-25D00703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不能保證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629B8-6187-4B09-98ED-3320D59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輸入資料自動正確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治理決策永遠不變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沒有攻擊、漏洞或鏈重組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錯誤永遠不能依法更正</a:t>
            </a:r>
          </a:p>
        </p:txBody>
      </p:sp>
    </p:spTree>
    <p:extLst>
      <p:ext uri="{BB962C8B-B14F-4D97-AF65-F5344CB8AC3E}">
        <p14:creationId xmlns:p14="http://schemas.microsoft.com/office/powerpoint/2010/main" val="7030397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13CE9-7CD6-4956-9445-A7AB41F5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C012F-A654-4DD0-AF5C-275EFE1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透明與可追溯，不等於所有資料都公開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BA646-6453-401A-AC25-2034A42B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E34A2-D0F2-4BF5-AE27-8A3F3CC8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3EEB0-7E53-40FE-AB75-BCE1253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6F1C4-C1CD-4548-971E-5C222C52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E2C98-D87F-4486-9BD5-93C8CF45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3DFE4-F90C-41AC-8401-94964A02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可以增加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32753-FC12-4694-A5F4-F578D721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查核交易路徑與狀態變化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比較參與者的共同紀錄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保留事件時間與順序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2F0A0-1DA6-43E2-8D68-13C9D949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必須控制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BD7E5-5FD6-47B3-BDD0-5511CBD7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個資與商業機密外洩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地址分析可能推知行為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敏感內容難以消除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權限與資料最小化不足</a:t>
            </a:r>
          </a:p>
        </p:txBody>
      </p:sp>
    </p:spTree>
    <p:extLst>
      <p:ext uri="{BB962C8B-B14F-4D97-AF65-F5344CB8AC3E}">
        <p14:creationId xmlns:p14="http://schemas.microsoft.com/office/powerpoint/2010/main" val="16191121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B7D77-A308-44E8-AD5C-6F39496E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8BB02-1D8A-41B4-9D92-22DA6B8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去中心化是一個程度問題，不是一個開關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6AB9-D984-4AAC-96FD-D66E6E2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EB0DA-E499-4830-9A7B-2C08354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DA966-64D5-46F0-A0C1-68695ED6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AA57D-B5C7-4978-9372-916CD4E0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2DEF8-F53F-4BF6-925E-EE748CD3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基礎設施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ACC2B-4AAD-4CF3-AC5F-6B1D94B7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節點是否由不同營運者控制？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172AE-1C6F-4454-B0B5-DA2C80A4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9898A-9A7C-4FB5-A9FE-4B09E4C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驗證權力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00DE1-2F5A-4EB7-A838-39C85D3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少數參與者能否決定有效紀錄？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F7E29-D183-4E43-9A2C-1426A8E6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C0972-D06F-4FAB-A025-8D9F8B7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治理權力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75898-BDD8-4589-BF89-0104B454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誰能升級規則或處理例外？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E4AF9-76B4-4ED5-A66F-E5965706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2D13F-447A-402A-9E68-44127EA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使用入口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855CB-3CD6-4DA6-9CD9-BD86D43A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平台、託管與錢包是否高度集中？</a:t>
            </a:r>
          </a:p>
        </p:txBody>
      </p:sp>
    </p:spTree>
    <p:extLst>
      <p:ext uri="{BB962C8B-B14F-4D97-AF65-F5344CB8AC3E}">
        <p14:creationId xmlns:p14="http://schemas.microsoft.com/office/powerpoint/2010/main" val="4906474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D4430-9B96-40FA-96EE-DF07D9ED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702D2-275B-4C21-9892-68E7AC8B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區塊鏈沒有消除信任，而是重新分配信任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42B0D-34D9-439B-A91C-3F4FC73E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39FF9-8C57-48BF-A58D-CB3D99F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C3710-0118-4C7C-A801-A9654001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7E0CD-1F3B-4EAB-ABF4-CEA602F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B635C-A49D-46BA-8B25-C03A37F3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1CFA4-6BFD-4445-85A8-5872C01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從單一中心移出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5518E-B358-486D-A9EA-2704F8AA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不再只依賴一家銀行、登記機構或平台保存唯一紀錄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65299-E165-40B1-AD99-C33119C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重新放到多個位置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42DD4-9DC3-4D37-8DDD-86203CC5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共同規則與軟體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驗證者與節點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金鑰與託管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治理、契約與法律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鏈下資料與服務者</a:t>
            </a:r>
          </a:p>
        </p:txBody>
      </p:sp>
    </p:spTree>
    <p:extLst>
      <p:ext uri="{BB962C8B-B14F-4D97-AF65-F5344CB8AC3E}">
        <p14:creationId xmlns:p14="http://schemas.microsoft.com/office/powerpoint/2010/main" val="5409038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8D7D3-0E77-46B5-93D2-0232CE3E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C188D-F546-4BCB-861E-11F8E746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四個條件同時出現，才值得認真評估區塊鏈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A474C-9ADB-4771-9410-CB317C22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3041E-8B04-4515-8A8E-C44B6781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07846-7927-4D04-B527-CF1087D8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AEE76-9BA3-4D49-8933-49CDF140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13934-58B9-4ECE-A1C1-8A3AD381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多方共同作業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BF114-1648-46F1-B74F-D6237C92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獨立組織需要共享狀態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DF6B9-90D8-4098-837F-07366594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568E8-E576-4E36-8CF3-778B001B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缺少共同控制者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7B3B5-C74F-46BC-996B-0419E53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不願把全部控制交給單一參與者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4E9CA-EE21-400C-B90A-E981FC07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F5E14-A99C-4139-9FC1-4CEC22AF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共同驗證有價值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F70B9-CD51-4D76-9FC3-B8F5518E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稽核、追蹤或防單方改寫很重要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7A4DA-0DE7-46A6-BB0C-447C9968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A30FA-1999-4967-B7F3-5348A8D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治理可以落地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5C611-B892-46BF-86E4-6A069D36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准入、責任、升級與爭議能被約定</a:t>
            </a:r>
          </a:p>
        </p:txBody>
      </p:sp>
    </p:spTree>
    <p:extLst>
      <p:ext uri="{BB962C8B-B14F-4D97-AF65-F5344CB8AC3E}">
        <p14:creationId xmlns:p14="http://schemas.microsoft.com/office/powerpoint/2010/main" val="15742622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8CE7E-7DCA-49D3-AD4F-A3632126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EA3BB-7242-4FAB-A93B-544576BF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若責任集中、速度優先，資料庫可能更合理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30F64-C760-45F4-943B-1A4CC1BB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98FD5-25D5-4B90-9A25-F306D45A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45D85-54B9-4AC6-B93B-F7F83D3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C6DE1-CA1E-43EF-94A5-0EA8D0D1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0B73B-345B-44DE-9E39-BEDB15DD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982E6-78F9-459E-B37A-1ACE67BB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優先考慮一般資料庫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C5DA4-EDB8-4B37-B627-C055AB1E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單一機構本就負完全責任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需要極高速度與低成本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資料需頻繁修改或刪除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敏感資料不宜廣泛複製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9AAA8-8E5B-4481-82D5-9DFBF72E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若仍主張區塊鏈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C0C8D-730E-4AE6-BF6E-DE9149D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新增成本換來什麼價值？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誰能加入、驗證與查看？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錯誤如何更正？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法律責任如何銜接？</a:t>
            </a:r>
          </a:p>
        </p:txBody>
      </p:sp>
    </p:spTree>
    <p:extLst>
      <p:ext uri="{BB962C8B-B14F-4D97-AF65-F5344CB8AC3E}">
        <p14:creationId xmlns:p14="http://schemas.microsoft.com/office/powerpoint/2010/main" val="11546325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3C46F-22BF-404B-B084-5817261A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7D442-7FB1-4C37-8734-0BF5A532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金融應用的價值多半來自跨機構協作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2CF7A-B72D-4525-A355-03294AA3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A472A-C035-4F6A-9940-647F5AC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B6959-3313-40E6-B0E2-6E8319A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ED670-0A2E-4418-8B99-61C76EB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E69F6-3320-4EA8-A654-F198A1BF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支付與結算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F8C8C-6099-4A06-8615-600EDB05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共享狀態，降低部分對帳摩擦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720CF-43D7-4268-95A2-23E95EEF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A5FC2-4A8B-4FE5-AE10-296D1A44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資產登記與代幣化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32432-A91C-4FBD-A4EF-2D35783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記錄權利移轉；法律權利仍需承認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7F6EC-19D5-4866-9AC8-2DFAFFC6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DFE37-666A-4FA8-B5D6-AAB01EA6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貿易與供應鏈金融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D32D2-3459-4A6A-947B-3A48A4A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連結訂單、物流、單據與融資紀錄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21972-691A-4B21-BBB0-077A5116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8BA94-A510-488C-969B-5346B743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身分與憑證驗證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30F89-6EE3-4233-9B26-7994D619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驗證來源；敏感個資通常不直接上鏈</a:t>
            </a:r>
          </a:p>
        </p:txBody>
      </p:sp>
    </p:spTree>
    <p:extLst>
      <p:ext uri="{BB962C8B-B14F-4D97-AF65-F5344CB8AC3E}">
        <p14:creationId xmlns:p14="http://schemas.microsoft.com/office/powerpoint/2010/main" val="124536208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449C7-DCF7-4367-89DD-C1FFB1C7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43244-2026-47CE-A7CD-87EAB53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導入區塊鏈也會增加四類成本與風險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CAA98-11AC-4EA4-A92D-F7ECB7DE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C4827-574E-422A-A6AE-2C7F16E6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D9BE2-C776-4372-A9C2-E5E58CE2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497BF-009A-4EDA-A11F-6F3BD27D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9E6F1-F92F-4328-8E92-5990B295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治理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83395-3744-456E-860D-31F685C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准入、投票、升級與例外處理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98FC3-DE6F-4483-94E3-F78E6648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3E00B-D412-4A38-B7B0-BE1A6EF9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資料與隱私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E2086-6A1F-4457-A9AE-A48E8A7B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可見範圍、個資、機密與保存期限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6C1C7-AABF-4565-80F6-6E9E358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D19B9-7399-4C26-8CE0-EF5257D6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技術與作業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DA9D7-62A9-4F20-BE7B-2E730294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金鑰、漏洞、節點與系統整合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7FBF3-EFF6-4905-A378-3A363963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0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C86E6-3783-4A99-9C2A-A8628B9C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法律與責任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550ED-EBFF-47FA-B8F0-CCDB569B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99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紀錄效力、監理、爭議與損失歸屬</a:t>
            </a:r>
          </a:p>
        </p:txBody>
      </p:sp>
    </p:spTree>
    <p:extLst>
      <p:ext uri="{BB962C8B-B14F-4D97-AF65-F5344CB8AC3E}">
        <p14:creationId xmlns:p14="http://schemas.microsoft.com/office/powerpoint/2010/main" val="11450238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E2AC6-2707-4364-B895-B1DFC0D4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57CC3-634F-410C-9632-9561BF67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案例：保險理賠共享資料一定要用區塊鏈嗎？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6FE06-E1FA-4726-A036-B2B778E7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D3EAA-C0B4-4656-864B-7E75D567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22F08-DDDC-421A-A7E1-3B442E2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5EAA-51C4-4FE0-B0FD-13A014A7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81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B5C5B-B71F-4BA1-853A-BB7E514C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7816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57B87-B8F8-4730-8418-E8246DF0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支持採用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28589-D518-46BA-9737-A79B1E0C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905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多方需共享進度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希望保留查核軌跡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避免任一方單獨改寫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DC8E8-71A6-43D0-A322-36C8277F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反對或保留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D11F7-1D48-4CCE-9E0C-F25D8FE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敏感資料與個資風險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可能已有可信平台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輸入真實性仍需查核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成本可能高於共享資料庫</a:t>
            </a:r>
          </a:p>
        </p:txBody>
      </p:sp>
    </p:spTree>
    <p:extLst>
      <p:ext uri="{BB962C8B-B14F-4D97-AF65-F5344CB8AC3E}">
        <p14:creationId xmlns:p14="http://schemas.microsoft.com/office/powerpoint/2010/main" val="4991516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CA9C0-1A28-4098-A7FD-4AB410C8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73377-9FC3-43ED-986F-1CC5CF04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4A179-096D-4753-B7E4-527EA580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EDC6A-315A-4040-B400-23229A8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97CB8-59CC-4E08-8D81-0602B734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6C114-64B2-4206-B7C2-D4CF8250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87F5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5B98F-E078-459B-852E-D025B120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421AD-9AEA-492D-B79D-8B2068C4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7"/>
          </a:solidFill>
          <a:ln xmlns:a="http://schemas.openxmlformats.org/drawingml/2006/main" w="9525">
            <a:solidFill>
              <a:srgbClr val="B8BE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B2E5E-E6A2-4900-9FB8-2160222B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區塊鏈概論｜Week 1｜第三節｜快問快答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F411A-453D-4B5C-99D1-FBF18161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E8E99-5820-4761-81CE-6FFA6831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1. 抗竄改最準確的理解？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D1ACB-7518-4357-9D56-5F4BA24B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絕對不能改　B 修改可察覺或成本高　C 資料必真　D 無須治理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36F0C-65A6-4404-B6DB-79FA7080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7936C-B8D2-4D8D-8AA9-0DDB89B4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答案：B。安全性仍有前提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7AED0-0F79-463D-B1EF-A8609DA3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2. 鏈上可追溯等於鏈下身分正確？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45A1F-1CF3-416E-8992-237FA89C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是　B 否　C 看幣價　D 看區塊數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8876E-B151-44AB-A712-E4532F1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336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8E360-94A5-4232-9F29-DC9A52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765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答案：B。仍需外部證據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F7EC8-CD9E-48CD-BDB8-EC44CB36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3. 何時較值得評估區塊鏈？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08EB7-BD50-43B3-900E-A8ED3E40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單一控制　B 多方共享且不願交給單一控制者　C 熱門　D 資料多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80C25-8BCC-4EF5-AAEB-23532E23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480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22E20-FC29-41BD-A155-45820A8E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909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答案：B。多方協作是關鍵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8D961-2B2A-4054-8A24-9B96E303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4. 何者通常較適合一般資料庫？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77FE2-FDB9-43D0-B089-37FBC81D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多方互不信任　B 單一責任且效率優先　C 共同驗證　D 防單方改寫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33479-3421-4827-B0CE-2DD46FF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624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1E645-6D5C-48AC-BD07-60E95675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053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答案：B。成本與責任較匹配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5A529-0613-437A-876D-9E677E9B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5. Week 1最重要原則？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0A7BE-6021-4AB9-A602-0327604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9616C"/>
                </a:solidFill>
                <a:latin typeface="Microsoft JhengHei"/>
                <a:ea typeface="Microsoft JhengHei"/>
                <a:cs typeface="Microsoft JhengHei"/>
              </a:rPr>
              <a:t>A 先買幣　B 先選鏈　C 先定義問題再選技術　D 全部上鏈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F4DAB-E6C5-4D4C-9F4A-82C3BA07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76850"/>
            <a:ext cx="335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FFA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2365A-A34C-4B57-B483-6F7BC8A3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1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7C55"/>
                </a:solidFill>
                <a:latin typeface="Microsoft JhengHei"/>
                <a:ea typeface="Microsoft JhengHei"/>
                <a:cs typeface="Microsoft JhengHei"/>
              </a:rPr>
              <a:t>答案：C。價值須高於新增成本</a:t>
            </a:r>
          </a:p>
        </p:txBody>
      </p:sp>
    </p:spTree>
    <p:extLst>
      <p:ext uri="{BB962C8B-B14F-4D97-AF65-F5344CB8AC3E}">
        <p14:creationId xmlns:p14="http://schemas.microsoft.com/office/powerpoint/2010/main" val="188618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2026-09-03T04:16:25.1760000Z</dcterms:created>
  <dcterms:modified xsi:type="dcterms:W3CDTF">2026-09-03T04:16:25.1760000Z</dcterms:modified>
</coreProperties>
</file>